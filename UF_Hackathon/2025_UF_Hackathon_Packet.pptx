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F07_1E583992.xml" ContentType="application/vnd.ms-powerpoint.comments+xml"/>
  <Override PartName="/ppt/notesSlides/notesSlide10.xml" ContentType="application/vnd.openxmlformats-officedocument.presentationml.notesSlide+xml"/>
  <Override PartName="/ppt/comments/modernComment_EF5_1EEE962E.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EF8_77860FF2.xml" ContentType="application/vnd.ms-powerpoint.comments+xml"/>
  <Override PartName="/ppt/comments/modernComment_EF7_5D3A0FDA.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modernComment_EF9_4BE66895.xml" ContentType="application/vnd.ms-powerpoint.comments+xml"/>
  <Override PartName="/ppt/comments/modernComment_EFA_9BC21367.xml" ContentType="application/vnd.ms-powerpoint.comments+xml"/>
  <Override PartName="/ppt/comments/modernComment_F00_A2700D34.xml" ContentType="application/vnd.ms-powerpoint.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comments/modernComment_F0A_6A766.xml" ContentType="application/vnd.ms-powerpoint.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8"/>
  </p:notesMasterIdLst>
  <p:sldIdLst>
    <p:sldId id="940" r:id="rId5"/>
    <p:sldId id="3811" r:id="rId6"/>
    <p:sldId id="3842" r:id="rId7"/>
    <p:sldId id="3841" r:id="rId8"/>
    <p:sldId id="3828" r:id="rId9"/>
    <p:sldId id="3835" r:id="rId10"/>
    <p:sldId id="3843" r:id="rId11"/>
    <p:sldId id="3846" r:id="rId12"/>
    <p:sldId id="3847" r:id="rId13"/>
    <p:sldId id="3844" r:id="rId14"/>
    <p:sldId id="3829" r:id="rId15"/>
    <p:sldId id="3697" r:id="rId16"/>
    <p:sldId id="3698" r:id="rId17"/>
    <p:sldId id="3703" r:id="rId18"/>
    <p:sldId id="3704" r:id="rId19"/>
    <p:sldId id="3845" r:id="rId20"/>
    <p:sldId id="3832" r:id="rId21"/>
    <p:sldId id="3839" r:id="rId22"/>
    <p:sldId id="3831" r:id="rId23"/>
    <p:sldId id="3833" r:id="rId24"/>
    <p:sldId id="3834" r:id="rId25"/>
    <p:sldId id="3840" r:id="rId26"/>
    <p:sldId id="3850" r:id="rId27"/>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469B8D4-FA15-44DB-9610-387700D6B625}">
          <p14:sldIdLst>
            <p14:sldId id="940"/>
            <p14:sldId id="3811"/>
            <p14:sldId id="3842"/>
            <p14:sldId id="3841"/>
            <p14:sldId id="3828"/>
            <p14:sldId id="3835"/>
            <p14:sldId id="3843"/>
            <p14:sldId id="3846"/>
            <p14:sldId id="3847"/>
            <p14:sldId id="3844"/>
            <p14:sldId id="3829"/>
            <p14:sldId id="3697"/>
            <p14:sldId id="3698"/>
            <p14:sldId id="3703"/>
            <p14:sldId id="3704"/>
            <p14:sldId id="3845"/>
            <p14:sldId id="3832"/>
            <p14:sldId id="3839"/>
            <p14:sldId id="3831"/>
            <p14:sldId id="3833"/>
            <p14:sldId id="3834"/>
            <p14:sldId id="3840"/>
            <p14:sldId id="3850"/>
          </p14:sldIdLst>
        </p14:section>
      </p14:sectionLst>
    </p:ext>
    <p:ext uri="{EFAFB233-063F-42B5-8137-9DF3F51BA10A}">
      <p15:sldGuideLst xmlns:p15="http://schemas.microsoft.com/office/powerpoint/2012/main">
        <p15:guide id="1" orient="horz" pos="768" userDrawn="1">
          <p15:clr>
            <a:srgbClr val="A4A3A4"/>
          </p15:clr>
        </p15:guide>
        <p15:guide id="2" pos="7296" userDrawn="1">
          <p15:clr>
            <a:srgbClr val="A4A3A4"/>
          </p15:clr>
        </p15:guide>
        <p15:guide id="3" pos="38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C34302-8403-50DD-A6A0-CFB2788A35B2}" name="Drew Kaisner" initials="DK" userId="S::dkaisner@aeronix.com::bf782c5b-4364-42e6-b38e-b91be8b785de" providerId="AD"/>
  <p188:author id="{0FAF500A-C83D-479F-98C6-12CD47BAFEAE}" name="Michael Schoonmaker" initials="MS" userId="S::mschoonmaker@aeronix.com::10979155-82ba-4d90-a869-0abcd648be0d" providerId="AD"/>
  <p188:author id="{DCEE4966-B689-05BD-BC1D-1CA19B26111B}" name="Tony Lleonart" initials="TL" userId="S::tlleonart@aeronix.com::a4f38938-2e89-41a0-a760-064d99d17dee" providerId="AD"/>
  <p188:author id="{5DC733EA-3655-5717-D1C5-5B6FE95682FE}" name="Emmalee Brown" initials="EB" userId="S::ebrown@aeronix.com::7673b0ea-0d4d-483d-8e6e-8040ac59c51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506272"/>
    <a:srgbClr val="C1C3C4"/>
    <a:srgbClr val="2D2A6C"/>
    <a:srgbClr val="CFE7EE"/>
    <a:srgbClr val="8AC7D3"/>
    <a:srgbClr val="FCD7CE"/>
    <a:srgbClr val="FDF4E1"/>
    <a:srgbClr val="CAF6E7"/>
    <a:srgbClr val="E1CCF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6DBEA2-AF18-EA71-09EC-6B82C8441C22}" v="3406" dt="2025-09-25T15:42:20.246"/>
    <p1510:client id="{4E11A296-DFDB-4FB3-A4DB-010F96E8DC2D}" v="171" dt="2025-09-25T20:26:43.883"/>
    <p1510:client id="{81DDB59F-4067-5AA3-B1FA-F56E7BF934F2}" v="1" dt="2025-09-25T13:22:13.814"/>
    <p1510:client id="{921D6888-75AB-85EE-28EB-7D461212595D}" v="16" dt="2025-09-25T15:38:26.274"/>
    <p1510:client id="{A871DCFB-17A7-4DA7-B571-EE1F6833B11C}" v="2" dt="2025-09-25T01:19:24.916"/>
    <p1510:client id="{B70213EE-3A55-479D-A4A4-D0E66634789D}" v="2075" dt="2025-09-25T20:22:54.3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768"/>
        <p:guide pos="7296"/>
        <p:guide pos="384"/>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ny Lleonart" userId="S::tlleonart@aeronix.com::a4f38938-2e89-41a0-a760-064d99d17dee" providerId="AD" clId="Web-{16E1829D-E269-CB46-3E70-7DFD312C9F04}"/>
    <pc:docChg chg="mod modSld">
      <pc:chgData name="Tony Lleonart" userId="S::tlleonart@aeronix.com::a4f38938-2e89-41a0-a760-064d99d17dee" providerId="AD" clId="Web-{16E1829D-E269-CB46-3E70-7DFD312C9F04}" dt="2025-09-19T02:16:18.729" v="89" actId="20577"/>
      <pc:docMkLst>
        <pc:docMk/>
      </pc:docMkLst>
      <pc:sldChg chg="modSp">
        <pc:chgData name="Tony Lleonart" userId="S::tlleonart@aeronix.com::a4f38938-2e89-41a0-a760-064d99d17dee" providerId="AD" clId="Web-{16E1829D-E269-CB46-3E70-7DFD312C9F04}" dt="2025-09-18T22:26:31.999" v="6" actId="20577"/>
        <pc:sldMkLst>
          <pc:docMk/>
          <pc:sldMk cId="1267569178" sldId="3697"/>
        </pc:sldMkLst>
        <pc:spChg chg="mod">
          <ac:chgData name="Tony Lleonart" userId="S::tlleonart@aeronix.com::a4f38938-2e89-41a0-a760-064d99d17dee" providerId="AD" clId="Web-{16E1829D-E269-CB46-3E70-7DFD312C9F04}" dt="2025-09-18T22:26:31.999" v="6" actId="20577"/>
          <ac:spMkLst>
            <pc:docMk/>
            <pc:sldMk cId="1267569178" sldId="3697"/>
            <ac:spMk id="3" creationId="{A15E0DCA-4891-FDF5-B295-207A57746AAD}"/>
          </ac:spMkLst>
        </pc:spChg>
      </pc:sldChg>
      <pc:sldChg chg="modSp">
        <pc:chgData name="Tony Lleonart" userId="S::tlleonart@aeronix.com::a4f38938-2e89-41a0-a760-064d99d17dee" providerId="AD" clId="Web-{16E1829D-E269-CB46-3E70-7DFD312C9F04}" dt="2025-09-18T22:39:45.646" v="15" actId="20577"/>
        <pc:sldMkLst>
          <pc:docMk/>
          <pc:sldMk cId="3088244144" sldId="3703"/>
        </pc:sldMkLst>
        <pc:spChg chg="mod">
          <ac:chgData name="Tony Lleonart" userId="S::tlleonart@aeronix.com::a4f38938-2e89-41a0-a760-064d99d17dee" providerId="AD" clId="Web-{16E1829D-E269-CB46-3E70-7DFD312C9F04}" dt="2025-09-18T22:39:45.646" v="15" actId="20577"/>
          <ac:spMkLst>
            <pc:docMk/>
            <pc:sldMk cId="3088244144" sldId="3703"/>
            <ac:spMk id="3" creationId="{D9D4900F-CFB8-4C28-4D0C-91082F3711D5}"/>
          </ac:spMkLst>
        </pc:spChg>
        <pc:spChg chg="mod">
          <ac:chgData name="Tony Lleonart" userId="S::tlleonart@aeronix.com::a4f38938-2e89-41a0-a760-064d99d17dee" providerId="AD" clId="Web-{16E1829D-E269-CB46-3E70-7DFD312C9F04}" dt="2025-09-18T22:38:19.863" v="13" actId="20577"/>
          <ac:spMkLst>
            <pc:docMk/>
            <pc:sldMk cId="3088244144" sldId="3703"/>
            <ac:spMk id="8" creationId="{51D5C89A-FA20-245A-9072-A4B4974719F1}"/>
          </ac:spMkLst>
        </pc:spChg>
        <pc:picChg chg="mod">
          <ac:chgData name="Tony Lleonart" userId="S::tlleonart@aeronix.com::a4f38938-2e89-41a0-a760-064d99d17dee" providerId="AD" clId="Web-{16E1829D-E269-CB46-3E70-7DFD312C9F04}" dt="2025-09-18T22:38:13.270" v="11" actId="14100"/>
          <ac:picMkLst>
            <pc:docMk/>
            <pc:sldMk cId="3088244144" sldId="3703"/>
            <ac:picMk id="1026" creationId="{0DD62AE4-7D3D-A40C-9B7D-0D4689F2B797}"/>
          </ac:picMkLst>
        </pc:picChg>
      </pc:sldChg>
      <pc:sldChg chg="modSp">
        <pc:chgData name="Tony Lleonart" userId="S::tlleonart@aeronix.com::a4f38938-2e89-41a0-a760-064d99d17dee" providerId="AD" clId="Web-{16E1829D-E269-CB46-3E70-7DFD312C9F04}" dt="2025-09-18T22:56:11.234" v="83" actId="20577"/>
        <pc:sldMkLst>
          <pc:docMk/>
          <pc:sldMk cId="1564086234" sldId="3831"/>
        </pc:sldMkLst>
        <pc:graphicFrameChg chg="modGraphic">
          <ac:chgData name="Tony Lleonart" userId="S::tlleonart@aeronix.com::a4f38938-2e89-41a0-a760-064d99d17dee" providerId="AD" clId="Web-{16E1829D-E269-CB46-3E70-7DFD312C9F04}" dt="2025-09-18T22:56:11.234" v="83" actId="20577"/>
          <ac:graphicFrameMkLst>
            <pc:docMk/>
            <pc:sldMk cId="1564086234" sldId="3831"/>
            <ac:graphicFrameMk id="2" creationId="{A7C09142-5973-095C-51D8-ECD2A79FD1BE}"/>
          </ac:graphicFrameMkLst>
        </pc:graphicFrameChg>
      </pc:sldChg>
      <pc:sldChg chg="modSp">
        <pc:chgData name="Tony Lleonart" userId="S::tlleonart@aeronix.com::a4f38938-2e89-41a0-a760-064d99d17dee" providerId="AD" clId="Web-{16E1829D-E269-CB46-3E70-7DFD312C9F04}" dt="2025-09-18T23:00:16.767" v="86" actId="20577"/>
        <pc:sldMkLst>
          <pc:docMk/>
          <pc:sldMk cId="2005274610" sldId="3832"/>
        </pc:sldMkLst>
        <pc:spChg chg="mod">
          <ac:chgData name="Tony Lleonart" userId="S::tlleonart@aeronix.com::a4f38938-2e89-41a0-a760-064d99d17dee" providerId="AD" clId="Web-{16E1829D-E269-CB46-3E70-7DFD312C9F04}" dt="2025-09-18T23:00:16.767" v="86" actId="20577"/>
          <ac:spMkLst>
            <pc:docMk/>
            <pc:sldMk cId="2005274610" sldId="3832"/>
            <ac:spMk id="4" creationId="{006CDBFA-8692-0095-B550-9B7EDCE95696}"/>
          </ac:spMkLst>
        </pc:spChg>
      </pc:sldChg>
      <pc:sldChg chg="modSp">
        <pc:chgData name="Tony Lleonart" userId="S::tlleonart@aeronix.com::a4f38938-2e89-41a0-a760-064d99d17dee" providerId="AD" clId="Web-{16E1829D-E269-CB46-3E70-7DFD312C9F04}" dt="2025-09-19T02:16:18.729" v="89" actId="20577"/>
        <pc:sldMkLst>
          <pc:docMk/>
          <pc:sldMk cId="1786691869" sldId="3835"/>
        </pc:sldMkLst>
        <pc:spChg chg="mod">
          <ac:chgData name="Tony Lleonart" userId="S::tlleonart@aeronix.com::a4f38938-2e89-41a0-a760-064d99d17dee" providerId="AD" clId="Web-{16E1829D-E269-CB46-3E70-7DFD312C9F04}" dt="2025-09-19T02:16:18.729" v="89" actId="20577"/>
          <ac:spMkLst>
            <pc:docMk/>
            <pc:sldMk cId="1786691869" sldId="3835"/>
            <ac:spMk id="6" creationId="{7B24BEDC-9D43-4D6A-A309-0BD27088322C}"/>
          </ac:spMkLst>
        </pc:spChg>
      </pc:sldChg>
      <pc:sldChg chg="modSp modCm">
        <pc:chgData name="Tony Lleonart" userId="S::tlleonart@aeronix.com::a4f38938-2e89-41a0-a760-064d99d17dee" providerId="AD" clId="Web-{16E1829D-E269-CB46-3E70-7DFD312C9F04}" dt="2025-09-18T22:26:08.234" v="4" actId="20577"/>
        <pc:sldMkLst>
          <pc:docMk/>
          <pc:sldMk cId="433143279" sldId="3838"/>
        </pc:sldMkLst>
        <pc:spChg chg="mod">
          <ac:chgData name="Tony Lleonart" userId="S::tlleonart@aeronix.com::a4f38938-2e89-41a0-a760-064d99d17dee" providerId="AD" clId="Web-{16E1829D-E269-CB46-3E70-7DFD312C9F04}" dt="2025-09-18T22:26:08.234" v="4" actId="20577"/>
          <ac:spMkLst>
            <pc:docMk/>
            <pc:sldMk cId="433143279" sldId="3838"/>
            <ac:spMk id="4" creationId="{1C175774-2D49-2A73-1F3E-4BF5C4426365}"/>
          </ac:spMkLst>
        </pc:spChg>
        <pc:extLst>
          <p:ext xmlns:p="http://schemas.openxmlformats.org/presentationml/2006/main" uri="{D6D511B9-2390-475A-947B-AFAB55BFBCF1}">
            <pc226:cmChg xmlns:pc226="http://schemas.microsoft.com/office/powerpoint/2022/06/main/command" chg="mod">
              <pc226:chgData name="Tony Lleonart" userId="S::tlleonart@aeronix.com::a4f38938-2e89-41a0-a760-064d99d17dee" providerId="AD" clId="Web-{16E1829D-E269-CB46-3E70-7DFD312C9F04}" dt="2025-09-18T22:26:07.718" v="3" actId="20577"/>
              <pc2:cmMkLst xmlns:pc2="http://schemas.microsoft.com/office/powerpoint/2019/9/main/command">
                <pc:docMk/>
                <pc:sldMk cId="433143279" sldId="3838"/>
                <pc2:cmMk id="{B4661299-90AB-4204-8031-320585D834E5}"/>
              </pc2:cmMkLst>
            </pc226:cmChg>
            <pc226:cmChg xmlns:pc226="http://schemas.microsoft.com/office/powerpoint/2022/06/main/command" chg="mod">
              <pc226:chgData name="Tony Lleonart" userId="S::tlleonart@aeronix.com::a4f38938-2e89-41a0-a760-064d99d17dee" providerId="AD" clId="Web-{16E1829D-E269-CB46-3E70-7DFD312C9F04}" dt="2025-09-18T22:26:07.718" v="3" actId="20577"/>
              <pc2:cmMkLst xmlns:pc2="http://schemas.microsoft.com/office/powerpoint/2019/9/main/command">
                <pc:docMk/>
                <pc:sldMk cId="433143279" sldId="3838"/>
                <pc2:cmMk id="{1EF59DB3-A63D-4732-89E4-0A4F3DCB577A}"/>
              </pc2:cmMkLst>
            </pc226:cmChg>
          </p:ext>
        </pc:extLst>
      </pc:sldChg>
      <pc:sldChg chg="modSp">
        <pc:chgData name="Tony Lleonart" userId="S::tlleonart@aeronix.com::a4f38938-2e89-41a0-a760-064d99d17dee" providerId="AD" clId="Web-{16E1829D-E269-CB46-3E70-7DFD312C9F04}" dt="2025-09-18T22:48:47.213" v="63"/>
        <pc:sldMkLst>
          <pc:docMk/>
          <pc:sldMk cId="1658941818" sldId="3839"/>
        </pc:sldMkLst>
        <pc:graphicFrameChg chg="mod modGraphic">
          <ac:chgData name="Tony Lleonart" userId="S::tlleonart@aeronix.com::a4f38938-2e89-41a0-a760-064d99d17dee" providerId="AD" clId="Web-{16E1829D-E269-CB46-3E70-7DFD312C9F04}" dt="2025-09-18T22:48:47.213" v="63"/>
          <ac:graphicFrameMkLst>
            <pc:docMk/>
            <pc:sldMk cId="1658941818" sldId="3839"/>
            <ac:graphicFrameMk id="3" creationId="{D327CAE8-F380-835A-F264-673F7103B122}"/>
          </ac:graphicFrameMkLst>
        </pc:graphicFrameChg>
      </pc:sldChg>
    </pc:docChg>
  </pc:docChgLst>
  <pc:docChgLst>
    <pc:chgData name="Michael Schoonmaker" userId="S::mschoonmaker@aeronix.com::10979155-82ba-4d90-a869-0abcd648be0d" providerId="AD" clId="Web-{5A899E60-C5DA-7D17-547B-8A9175E48855}"/>
    <pc:docChg chg="modSld sldOrd">
      <pc:chgData name="Michael Schoonmaker" userId="S::mschoonmaker@aeronix.com::10979155-82ba-4d90-a869-0abcd648be0d" providerId="AD" clId="Web-{5A899E60-C5DA-7D17-547B-8A9175E48855}" dt="2025-09-18T14:22:22.322" v="1150" actId="20577"/>
      <pc:docMkLst>
        <pc:docMk/>
      </pc:docMkLst>
      <pc:sldChg chg="addSp delSp modSp">
        <pc:chgData name="Michael Schoonmaker" userId="S::mschoonmaker@aeronix.com::10979155-82ba-4d90-a869-0abcd648be0d" providerId="AD" clId="Web-{5A899E60-C5DA-7D17-547B-8A9175E48855}" dt="2025-09-18T14:01:54.585" v="688" actId="1076"/>
        <pc:sldMkLst>
          <pc:docMk/>
          <pc:sldMk cId="791397884" sldId="3811"/>
        </pc:sldMkLst>
        <pc:picChg chg="add mod">
          <ac:chgData name="Michael Schoonmaker" userId="S::mschoonmaker@aeronix.com::10979155-82ba-4d90-a869-0abcd648be0d" providerId="AD" clId="Web-{5A899E60-C5DA-7D17-547B-8A9175E48855}" dt="2025-09-18T14:01:54.585" v="688" actId="1076"/>
          <ac:picMkLst>
            <pc:docMk/>
            <pc:sldMk cId="791397884" sldId="3811"/>
            <ac:picMk id="8" creationId="{D8D3F137-4DA2-D28A-FEDC-D6B669EEECE6}"/>
          </ac:picMkLst>
        </pc:picChg>
      </pc:sldChg>
      <pc:sldChg chg="modSp">
        <pc:chgData name="Michael Schoonmaker" userId="S::mschoonmaker@aeronix.com::10979155-82ba-4d90-a869-0abcd648be0d" providerId="AD" clId="Web-{5A899E60-C5DA-7D17-547B-8A9175E48855}" dt="2025-09-18T14:19:39.134" v="1142" actId="1076"/>
        <pc:sldMkLst>
          <pc:docMk/>
          <pc:sldMk cId="2269023538" sldId="3836"/>
        </pc:sldMkLst>
        <pc:spChg chg="mod">
          <ac:chgData name="Michael Schoonmaker" userId="S::mschoonmaker@aeronix.com::10979155-82ba-4d90-a869-0abcd648be0d" providerId="AD" clId="Web-{5A899E60-C5DA-7D17-547B-8A9175E48855}" dt="2025-09-18T14:19:39.134" v="1142" actId="1076"/>
          <ac:spMkLst>
            <pc:docMk/>
            <pc:sldMk cId="2269023538" sldId="3836"/>
            <ac:spMk id="2" creationId="{7F97CEF2-27E4-1EE3-2943-BCFD8AE06A98}"/>
          </ac:spMkLst>
        </pc:spChg>
        <pc:spChg chg="mod">
          <ac:chgData name="Michael Schoonmaker" userId="S::mschoonmaker@aeronix.com::10979155-82ba-4d90-a869-0abcd648be0d" providerId="AD" clId="Web-{5A899E60-C5DA-7D17-547B-8A9175E48855}" dt="2025-09-18T14:04:03.101" v="849" actId="20577"/>
          <ac:spMkLst>
            <pc:docMk/>
            <pc:sldMk cId="2269023538" sldId="3836"/>
            <ac:spMk id="3" creationId="{1F99D009-5F36-45DB-615B-54071AC45729}"/>
          </ac:spMkLst>
        </pc:spChg>
      </pc:sldChg>
      <pc:sldChg chg="modSp">
        <pc:chgData name="Michael Schoonmaker" userId="S::mschoonmaker@aeronix.com::10979155-82ba-4d90-a869-0abcd648be0d" providerId="AD" clId="Web-{5A899E60-C5DA-7D17-547B-8A9175E48855}" dt="2025-09-18T14:15:13.853" v="1134" actId="20577"/>
        <pc:sldMkLst>
          <pc:docMk/>
          <pc:sldMk cId="3228930438" sldId="3837"/>
        </pc:sldMkLst>
        <pc:spChg chg="mod">
          <ac:chgData name="Michael Schoonmaker" userId="S::mschoonmaker@aeronix.com::10979155-82ba-4d90-a869-0abcd648be0d" providerId="AD" clId="Web-{5A899E60-C5DA-7D17-547B-8A9175E48855}" dt="2025-09-18T14:15:13.853" v="1134" actId="20577"/>
          <ac:spMkLst>
            <pc:docMk/>
            <pc:sldMk cId="3228930438" sldId="3837"/>
            <ac:spMk id="3" creationId="{24D21549-87B4-2FF8-494C-BF325D10321C}"/>
          </ac:spMkLst>
        </pc:spChg>
      </pc:sldChg>
      <pc:sldChg chg="modSp ord">
        <pc:chgData name="Michael Schoonmaker" userId="S::mschoonmaker@aeronix.com::10979155-82ba-4d90-a869-0abcd648be0d" providerId="AD" clId="Web-{5A899E60-C5DA-7D17-547B-8A9175E48855}" dt="2025-09-18T14:22:22.322" v="1150" actId="20577"/>
        <pc:sldMkLst>
          <pc:docMk/>
          <pc:sldMk cId="433143279" sldId="3838"/>
        </pc:sldMkLst>
        <pc:spChg chg="mod">
          <ac:chgData name="Michael Schoonmaker" userId="S::mschoonmaker@aeronix.com::10979155-82ba-4d90-a869-0abcd648be0d" providerId="AD" clId="Web-{5A899E60-C5DA-7D17-547B-8A9175E48855}" dt="2025-09-18T13:44:37.271" v="647" actId="1076"/>
          <ac:spMkLst>
            <pc:docMk/>
            <pc:sldMk cId="433143279" sldId="3838"/>
            <ac:spMk id="2" creationId="{F2D29897-322E-4D51-C11D-784CCA9EBC43}"/>
          </ac:spMkLst>
        </pc:spChg>
        <pc:spChg chg="mod">
          <ac:chgData name="Michael Schoonmaker" userId="S::mschoonmaker@aeronix.com::10979155-82ba-4d90-a869-0abcd648be0d" providerId="AD" clId="Web-{5A899E60-C5DA-7D17-547B-8A9175E48855}" dt="2025-09-18T14:22:22.322" v="1150" actId="20577"/>
          <ac:spMkLst>
            <pc:docMk/>
            <pc:sldMk cId="433143279" sldId="3838"/>
            <ac:spMk id="4" creationId="{1C175774-2D49-2A73-1F3E-4BF5C4426365}"/>
          </ac:spMkLst>
        </pc:spChg>
      </pc:sldChg>
    </pc:docChg>
  </pc:docChgLst>
  <pc:docChgLst>
    <pc:chgData name="Emmalee Brown" userId="7673b0ea-0d4d-483d-8e6e-8040ac59c51d" providerId="ADAL" clId="{15CC7AB1-9EF0-4BDB-B30B-496EB8FFD0A9}"/>
    <pc:docChg chg="undo custSel addSld delSld modSld modSection">
      <pc:chgData name="Emmalee Brown" userId="7673b0ea-0d4d-483d-8e6e-8040ac59c51d" providerId="ADAL" clId="{15CC7AB1-9EF0-4BDB-B30B-496EB8FFD0A9}" dt="2025-09-05T13:49:35.693" v="3133" actId="20577"/>
      <pc:docMkLst>
        <pc:docMk/>
      </pc:docMkLst>
      <pc:sldChg chg="addSp delSp modSp mod">
        <pc:chgData name="Emmalee Brown" userId="7673b0ea-0d4d-483d-8e6e-8040ac59c51d" providerId="ADAL" clId="{15CC7AB1-9EF0-4BDB-B30B-496EB8FFD0A9}" dt="2025-09-05T11:37:39.294" v="38" actId="1076"/>
        <pc:sldMkLst>
          <pc:docMk/>
          <pc:sldMk cId="1747055951" sldId="940"/>
        </pc:sldMkLst>
        <pc:spChg chg="mod">
          <ac:chgData name="Emmalee Brown" userId="7673b0ea-0d4d-483d-8e6e-8040ac59c51d" providerId="ADAL" clId="{15CC7AB1-9EF0-4BDB-B30B-496EB8FFD0A9}" dt="2025-09-05T11:37:39.294" v="38" actId="1076"/>
          <ac:spMkLst>
            <pc:docMk/>
            <pc:sldMk cId="1747055951" sldId="940"/>
            <ac:spMk id="4" creationId="{3BE01761-FCCE-8FBE-F1CA-580398D25088}"/>
          </ac:spMkLst>
        </pc:spChg>
        <pc:picChg chg="add mod">
          <ac:chgData name="Emmalee Brown" userId="7673b0ea-0d4d-483d-8e6e-8040ac59c51d" providerId="ADAL" clId="{15CC7AB1-9EF0-4BDB-B30B-496EB8FFD0A9}" dt="2025-09-05T11:37:25.995" v="33" actId="1076"/>
          <ac:picMkLst>
            <pc:docMk/>
            <pc:sldMk cId="1747055951" sldId="940"/>
            <ac:picMk id="5" creationId="{14BB1420-70DF-4D34-4257-75BC6548EF3D}"/>
          </ac:picMkLst>
        </pc:picChg>
      </pc:sldChg>
      <pc:sldChg chg="modSp mod">
        <pc:chgData name="Emmalee Brown" userId="7673b0ea-0d4d-483d-8e6e-8040ac59c51d" providerId="ADAL" clId="{15CC7AB1-9EF0-4BDB-B30B-496EB8FFD0A9}" dt="2025-09-05T11:48:50.214" v="712" actId="113"/>
        <pc:sldMkLst>
          <pc:docMk/>
          <pc:sldMk cId="808125805" sldId="3828"/>
        </pc:sldMkLst>
        <pc:spChg chg="mod">
          <ac:chgData name="Emmalee Brown" userId="7673b0ea-0d4d-483d-8e6e-8040ac59c51d" providerId="ADAL" clId="{15CC7AB1-9EF0-4BDB-B30B-496EB8FFD0A9}" dt="2025-09-05T11:37:55.196" v="39" actId="313"/>
          <ac:spMkLst>
            <pc:docMk/>
            <pc:sldMk cId="808125805" sldId="3828"/>
            <ac:spMk id="3" creationId="{7C9E3624-8703-B45C-3795-9AD4A42E3247}"/>
          </ac:spMkLst>
        </pc:spChg>
        <pc:spChg chg="mod">
          <ac:chgData name="Emmalee Brown" userId="7673b0ea-0d4d-483d-8e6e-8040ac59c51d" providerId="ADAL" clId="{15CC7AB1-9EF0-4BDB-B30B-496EB8FFD0A9}" dt="2025-09-05T11:48:50.214" v="712" actId="113"/>
          <ac:spMkLst>
            <pc:docMk/>
            <pc:sldMk cId="808125805" sldId="3828"/>
            <ac:spMk id="4" creationId="{D013F85F-C7AA-4D4B-7FBB-682604B0E39A}"/>
          </ac:spMkLst>
        </pc:spChg>
      </pc:sldChg>
      <pc:sldChg chg="modSp mod">
        <pc:chgData name="Emmalee Brown" userId="7673b0ea-0d4d-483d-8e6e-8040ac59c51d" providerId="ADAL" clId="{15CC7AB1-9EF0-4BDB-B30B-496EB8FFD0A9}" dt="2025-09-05T11:53:09.720" v="816" actId="20577"/>
        <pc:sldMkLst>
          <pc:docMk/>
          <pc:sldMk cId="518952494" sldId="3829"/>
        </pc:sldMkLst>
        <pc:spChg chg="mod">
          <ac:chgData name="Emmalee Brown" userId="7673b0ea-0d4d-483d-8e6e-8040ac59c51d" providerId="ADAL" clId="{15CC7AB1-9EF0-4BDB-B30B-496EB8FFD0A9}" dt="2025-09-05T11:53:09.720" v="816" actId="20577"/>
          <ac:spMkLst>
            <pc:docMk/>
            <pc:sldMk cId="518952494" sldId="3829"/>
            <ac:spMk id="4" creationId="{D9F6B15E-9670-2C65-3070-86441DD5243E}"/>
          </ac:spMkLst>
        </pc:spChg>
      </pc:sldChg>
      <pc:sldChg chg="modSp del mod">
        <pc:chgData name="Emmalee Brown" userId="7673b0ea-0d4d-483d-8e6e-8040ac59c51d" providerId="ADAL" clId="{15CC7AB1-9EF0-4BDB-B30B-496EB8FFD0A9}" dt="2025-09-05T12:09:02.150" v="1464" actId="47"/>
        <pc:sldMkLst>
          <pc:docMk/>
          <pc:sldMk cId="2401202044" sldId="3830"/>
        </pc:sldMkLst>
      </pc:sldChg>
      <pc:sldChg chg="addSp delSp modSp mod">
        <pc:chgData name="Emmalee Brown" userId="7673b0ea-0d4d-483d-8e6e-8040ac59c51d" providerId="ADAL" clId="{15CC7AB1-9EF0-4BDB-B30B-496EB8FFD0A9}" dt="2025-09-05T13:49:21.446" v="3113" actId="1076"/>
        <pc:sldMkLst>
          <pc:docMk/>
          <pc:sldMk cId="1564086234" sldId="3831"/>
        </pc:sldMkLst>
        <pc:spChg chg="add mod">
          <ac:chgData name="Emmalee Brown" userId="7673b0ea-0d4d-483d-8e6e-8040ac59c51d" providerId="ADAL" clId="{15CC7AB1-9EF0-4BDB-B30B-496EB8FFD0A9}" dt="2025-09-05T13:49:21.446" v="3113" actId="1076"/>
          <ac:spMkLst>
            <pc:docMk/>
            <pc:sldMk cId="1564086234" sldId="3831"/>
            <ac:spMk id="4" creationId="{960023D0-5B87-0576-695C-37B541AD993E}"/>
          </ac:spMkLst>
        </pc:spChg>
        <pc:graphicFrameChg chg="add mod modGraphic">
          <ac:chgData name="Emmalee Brown" userId="7673b0ea-0d4d-483d-8e6e-8040ac59c51d" providerId="ADAL" clId="{15CC7AB1-9EF0-4BDB-B30B-496EB8FFD0A9}" dt="2025-09-05T12:19:02.117" v="2548" actId="20577"/>
          <ac:graphicFrameMkLst>
            <pc:docMk/>
            <pc:sldMk cId="1564086234" sldId="3831"/>
            <ac:graphicFrameMk id="2" creationId="{A7C09142-5973-095C-51D8-ECD2A79FD1BE}"/>
          </ac:graphicFrameMkLst>
        </pc:graphicFrameChg>
      </pc:sldChg>
      <pc:sldChg chg="modSp mod">
        <pc:chgData name="Emmalee Brown" userId="7673b0ea-0d4d-483d-8e6e-8040ac59c51d" providerId="ADAL" clId="{15CC7AB1-9EF0-4BDB-B30B-496EB8FFD0A9}" dt="2025-09-05T12:28:07.517" v="2673" actId="14100"/>
        <pc:sldMkLst>
          <pc:docMk/>
          <pc:sldMk cId="2005274610" sldId="3832"/>
        </pc:sldMkLst>
        <pc:spChg chg="mod">
          <ac:chgData name="Emmalee Brown" userId="7673b0ea-0d4d-483d-8e6e-8040ac59c51d" providerId="ADAL" clId="{15CC7AB1-9EF0-4BDB-B30B-496EB8FFD0A9}" dt="2025-09-05T12:28:07.517" v="2673" actId="14100"/>
          <ac:spMkLst>
            <pc:docMk/>
            <pc:sldMk cId="2005274610" sldId="3832"/>
            <ac:spMk id="4" creationId="{006CDBFA-8692-0095-B550-9B7EDCE95696}"/>
          </ac:spMkLst>
        </pc:spChg>
      </pc:sldChg>
      <pc:sldChg chg="modSp mod">
        <pc:chgData name="Emmalee Brown" userId="7673b0ea-0d4d-483d-8e6e-8040ac59c51d" providerId="ADAL" clId="{15CC7AB1-9EF0-4BDB-B30B-496EB8FFD0A9}" dt="2025-09-05T13:49:35.693" v="3133" actId="20577"/>
        <pc:sldMkLst>
          <pc:docMk/>
          <pc:sldMk cId="1273391253" sldId="3833"/>
        </pc:sldMkLst>
        <pc:spChg chg="mod">
          <ac:chgData name="Emmalee Brown" userId="7673b0ea-0d4d-483d-8e6e-8040ac59c51d" providerId="ADAL" clId="{15CC7AB1-9EF0-4BDB-B30B-496EB8FFD0A9}" dt="2025-09-05T12:22:09.557" v="2650" actId="20577"/>
          <ac:spMkLst>
            <pc:docMk/>
            <pc:sldMk cId="1273391253" sldId="3833"/>
            <ac:spMk id="3" creationId="{A7FEA0C7-AE0C-F105-D12C-4081D26F5B67}"/>
          </ac:spMkLst>
        </pc:spChg>
        <pc:spChg chg="mod">
          <ac:chgData name="Emmalee Brown" userId="7673b0ea-0d4d-483d-8e6e-8040ac59c51d" providerId="ADAL" clId="{15CC7AB1-9EF0-4BDB-B30B-496EB8FFD0A9}" dt="2025-09-05T13:49:35.693" v="3133" actId="20577"/>
          <ac:spMkLst>
            <pc:docMk/>
            <pc:sldMk cId="1273391253" sldId="3833"/>
            <ac:spMk id="4" creationId="{CD95F3E6-0968-6728-8BD3-947C1DCAB924}"/>
          </ac:spMkLst>
        </pc:spChg>
      </pc:sldChg>
      <pc:sldChg chg="modSp mod">
        <pc:chgData name="Emmalee Brown" userId="7673b0ea-0d4d-483d-8e6e-8040ac59c51d" providerId="ADAL" clId="{15CC7AB1-9EF0-4BDB-B30B-496EB8FFD0A9}" dt="2025-09-05T12:20:21.515" v="2635" actId="20577"/>
        <pc:sldMkLst>
          <pc:docMk/>
          <pc:sldMk cId="2613187431" sldId="3834"/>
        </pc:sldMkLst>
        <pc:spChg chg="mod">
          <ac:chgData name="Emmalee Brown" userId="7673b0ea-0d4d-483d-8e6e-8040ac59c51d" providerId="ADAL" clId="{15CC7AB1-9EF0-4BDB-B30B-496EB8FFD0A9}" dt="2025-09-05T12:20:21.515" v="2635" actId="20577"/>
          <ac:spMkLst>
            <pc:docMk/>
            <pc:sldMk cId="2613187431" sldId="3834"/>
            <ac:spMk id="4" creationId="{077B81BB-2E67-F95D-F399-36B4DFEE54A3}"/>
          </ac:spMkLst>
        </pc:spChg>
      </pc:sldChg>
      <pc:sldChg chg="addSp delSp modSp mod">
        <pc:chgData name="Emmalee Brown" userId="7673b0ea-0d4d-483d-8e6e-8040ac59c51d" providerId="ADAL" clId="{15CC7AB1-9EF0-4BDB-B30B-496EB8FFD0A9}" dt="2025-09-05T13:49:05.286" v="3112"/>
        <pc:sldMkLst>
          <pc:docMk/>
          <pc:sldMk cId="1786691869" sldId="3835"/>
        </pc:sldMkLst>
        <pc:spChg chg="mod">
          <ac:chgData name="Emmalee Brown" userId="7673b0ea-0d4d-483d-8e6e-8040ac59c51d" providerId="ADAL" clId="{15CC7AB1-9EF0-4BDB-B30B-496EB8FFD0A9}" dt="2025-09-05T13:36:12.606" v="2677" actId="20577"/>
          <ac:spMkLst>
            <pc:docMk/>
            <pc:sldMk cId="1786691869" sldId="3835"/>
            <ac:spMk id="2" creationId="{3A7DBD30-BE42-D0D3-AE1A-51D74C417FC6}"/>
          </ac:spMkLst>
        </pc:spChg>
        <pc:spChg chg="add mod">
          <ac:chgData name="Emmalee Brown" userId="7673b0ea-0d4d-483d-8e6e-8040ac59c51d" providerId="ADAL" clId="{15CC7AB1-9EF0-4BDB-B30B-496EB8FFD0A9}" dt="2025-09-05T13:48:50.378" v="3111" actId="5793"/>
          <ac:spMkLst>
            <pc:docMk/>
            <pc:sldMk cId="1786691869" sldId="3835"/>
            <ac:spMk id="6" creationId="{7B24BEDC-9D43-4D6A-A309-0BD27088322C}"/>
          </ac:spMkLst>
        </pc:spChg>
        <pc:graphicFrameChg chg="add mod modGraphic">
          <ac:chgData name="Emmalee Brown" userId="7673b0ea-0d4d-483d-8e6e-8040ac59c51d" providerId="ADAL" clId="{15CC7AB1-9EF0-4BDB-B30B-496EB8FFD0A9}" dt="2025-09-05T13:49:05.286" v="3112"/>
          <ac:graphicFrameMkLst>
            <pc:docMk/>
            <pc:sldMk cId="1786691869" sldId="3835"/>
            <ac:graphicFrameMk id="5" creationId="{44BB26A0-3910-0CFA-C1DE-2993F18BBBF2}"/>
          </ac:graphicFrameMkLst>
        </pc:graphicFrameChg>
      </pc:sldChg>
      <pc:sldChg chg="addSp modSp mod">
        <pc:chgData name="Emmalee Brown" userId="7673b0ea-0d4d-483d-8e6e-8040ac59c51d" providerId="ADAL" clId="{15CC7AB1-9EF0-4BDB-B30B-496EB8FFD0A9}" dt="2025-09-05T12:27:52.970" v="2672" actId="14100"/>
        <pc:sldMkLst>
          <pc:docMk/>
          <pc:sldMk cId="2269023538" sldId="3836"/>
        </pc:sldMkLst>
        <pc:spChg chg="mod">
          <ac:chgData name="Emmalee Brown" userId="7673b0ea-0d4d-483d-8e6e-8040ac59c51d" providerId="ADAL" clId="{15CC7AB1-9EF0-4BDB-B30B-496EB8FFD0A9}" dt="2025-09-05T12:24:32.680" v="2660" actId="20577"/>
          <ac:spMkLst>
            <pc:docMk/>
            <pc:sldMk cId="2269023538" sldId="3836"/>
            <ac:spMk id="2" creationId="{7F97CEF2-27E4-1EE3-2943-BCFD8AE06A98}"/>
          </ac:spMkLst>
        </pc:spChg>
        <pc:spChg chg="add mod">
          <ac:chgData name="Emmalee Brown" userId="7673b0ea-0d4d-483d-8e6e-8040ac59c51d" providerId="ADAL" clId="{15CC7AB1-9EF0-4BDB-B30B-496EB8FFD0A9}" dt="2025-09-05T12:27:52.970" v="2672" actId="14100"/>
          <ac:spMkLst>
            <pc:docMk/>
            <pc:sldMk cId="2269023538" sldId="3836"/>
            <ac:spMk id="3" creationId="{1F99D009-5F36-45DB-615B-54071AC45729}"/>
          </ac:spMkLst>
        </pc:spChg>
      </pc:sldChg>
      <pc:sldChg chg="addSp delSp modSp new mod">
        <pc:chgData name="Emmalee Brown" userId="7673b0ea-0d4d-483d-8e6e-8040ac59c51d" providerId="ADAL" clId="{15CC7AB1-9EF0-4BDB-B30B-496EB8FFD0A9}" dt="2025-09-05T12:09:50.799" v="1468" actId="12385"/>
        <pc:sldMkLst>
          <pc:docMk/>
          <pc:sldMk cId="1658941818" sldId="3839"/>
        </pc:sldMkLst>
        <pc:spChg chg="add mod">
          <ac:chgData name="Emmalee Brown" userId="7673b0ea-0d4d-483d-8e6e-8040ac59c51d" providerId="ADAL" clId="{15CC7AB1-9EF0-4BDB-B30B-496EB8FFD0A9}" dt="2025-09-05T12:08:00.209" v="1463" actId="207"/>
          <ac:spMkLst>
            <pc:docMk/>
            <pc:sldMk cId="1658941818" sldId="3839"/>
            <ac:spMk id="4" creationId="{5675CD13-7BB0-8F1E-1F47-8801FB7F8DD2}"/>
          </ac:spMkLst>
        </pc:spChg>
        <pc:graphicFrameChg chg="add mod modGraphic">
          <ac:chgData name="Emmalee Brown" userId="7673b0ea-0d4d-483d-8e6e-8040ac59c51d" providerId="ADAL" clId="{15CC7AB1-9EF0-4BDB-B30B-496EB8FFD0A9}" dt="2025-09-05T12:09:50.799" v="1468" actId="12385"/>
          <ac:graphicFrameMkLst>
            <pc:docMk/>
            <pc:sldMk cId="1658941818" sldId="3839"/>
            <ac:graphicFrameMk id="3" creationId="{D327CAE8-F380-835A-F264-673F7103B122}"/>
          </ac:graphicFrameMkLst>
        </pc:graphicFrameChg>
      </pc:sldChg>
      <pc:sldChg chg="new del">
        <pc:chgData name="Emmalee Brown" userId="7673b0ea-0d4d-483d-8e6e-8040ac59c51d" providerId="ADAL" clId="{15CC7AB1-9EF0-4BDB-B30B-496EB8FFD0A9}" dt="2025-09-05T12:10:06.078" v="1469" actId="47"/>
        <pc:sldMkLst>
          <pc:docMk/>
          <pc:sldMk cId="3751593558" sldId="3840"/>
        </pc:sldMkLst>
      </pc:sldChg>
    </pc:docChg>
  </pc:docChgLst>
  <pc:docChgLst>
    <pc:chgData name="Emmalee Brown" userId="S::ebrown@aeronix.com::7673b0ea-0d4d-483d-8e6e-8040ac59c51d" providerId="AD" clId="Web-{BEF839FA-6384-E2DA-405B-48C94922FBD6}"/>
    <pc:docChg chg="addSld delSld modSld sldOrd modSection">
      <pc:chgData name="Emmalee Brown" userId="S::ebrown@aeronix.com::7673b0ea-0d4d-483d-8e6e-8040ac59c51d" providerId="AD" clId="Web-{BEF839FA-6384-E2DA-405B-48C94922FBD6}" dt="2025-09-04T20:45:24.982" v="292" actId="1076"/>
      <pc:docMkLst>
        <pc:docMk/>
      </pc:docMkLst>
      <pc:sldChg chg="modNotes">
        <pc:chgData name="Emmalee Brown" userId="S::ebrown@aeronix.com::7673b0ea-0d4d-483d-8e6e-8040ac59c51d" providerId="AD" clId="Web-{BEF839FA-6384-E2DA-405B-48C94922FBD6}" dt="2025-09-04T20:41:20.390" v="105"/>
        <pc:sldMkLst>
          <pc:docMk/>
          <pc:sldMk cId="808125805" sldId="3828"/>
        </pc:sldMkLst>
      </pc:sldChg>
      <pc:sldChg chg="modSp">
        <pc:chgData name="Emmalee Brown" userId="S::ebrown@aeronix.com::7673b0ea-0d4d-483d-8e6e-8040ac59c51d" providerId="AD" clId="Web-{BEF839FA-6384-E2DA-405B-48C94922FBD6}" dt="2025-09-04T20:23:00.822" v="33" actId="20577"/>
        <pc:sldMkLst>
          <pc:docMk/>
          <pc:sldMk cId="518952494" sldId="3829"/>
        </pc:sldMkLst>
        <pc:spChg chg="mod">
          <ac:chgData name="Emmalee Brown" userId="S::ebrown@aeronix.com::7673b0ea-0d4d-483d-8e6e-8040ac59c51d" providerId="AD" clId="Web-{BEF839FA-6384-E2DA-405B-48C94922FBD6}" dt="2025-09-04T20:23:00.822" v="33" actId="20577"/>
          <ac:spMkLst>
            <pc:docMk/>
            <pc:sldMk cId="518952494" sldId="3829"/>
            <ac:spMk id="4" creationId="{D9F6B15E-9670-2C65-3070-86441DD5243E}"/>
          </ac:spMkLst>
        </pc:spChg>
      </pc:sldChg>
      <pc:sldChg chg="modSp ord">
        <pc:chgData name="Emmalee Brown" userId="S::ebrown@aeronix.com::7673b0ea-0d4d-483d-8e6e-8040ac59c51d" providerId="AD" clId="Web-{BEF839FA-6384-E2DA-405B-48C94922FBD6}" dt="2025-09-04T20:45:24.982" v="292" actId="1076"/>
        <pc:sldMkLst>
          <pc:docMk/>
          <pc:sldMk cId="1564086234" sldId="3831"/>
        </pc:sldMkLst>
      </pc:sldChg>
      <pc:sldChg chg="modSp">
        <pc:chgData name="Emmalee Brown" userId="S::ebrown@aeronix.com::7673b0ea-0d4d-483d-8e6e-8040ac59c51d" providerId="AD" clId="Web-{BEF839FA-6384-E2DA-405B-48C94922FBD6}" dt="2025-09-04T20:25:05.461" v="47" actId="20577"/>
        <pc:sldMkLst>
          <pc:docMk/>
          <pc:sldMk cId="2005274610" sldId="3832"/>
        </pc:sldMkLst>
        <pc:spChg chg="mod">
          <ac:chgData name="Emmalee Brown" userId="S::ebrown@aeronix.com::7673b0ea-0d4d-483d-8e6e-8040ac59c51d" providerId="AD" clId="Web-{BEF839FA-6384-E2DA-405B-48C94922FBD6}" dt="2025-09-04T20:25:05.461" v="47" actId="20577"/>
          <ac:spMkLst>
            <pc:docMk/>
            <pc:sldMk cId="2005274610" sldId="3832"/>
            <ac:spMk id="4" creationId="{006CDBFA-8692-0095-B550-9B7EDCE95696}"/>
          </ac:spMkLst>
        </pc:spChg>
      </pc:sldChg>
      <pc:sldChg chg="modSp">
        <pc:chgData name="Emmalee Brown" userId="S::ebrown@aeronix.com::7673b0ea-0d4d-483d-8e6e-8040ac59c51d" providerId="AD" clId="Web-{BEF839FA-6384-E2DA-405B-48C94922FBD6}" dt="2025-09-04T20:25:19.211" v="50" actId="20577"/>
        <pc:sldMkLst>
          <pc:docMk/>
          <pc:sldMk cId="1273391253" sldId="3833"/>
        </pc:sldMkLst>
        <pc:spChg chg="mod">
          <ac:chgData name="Emmalee Brown" userId="S::ebrown@aeronix.com::7673b0ea-0d4d-483d-8e6e-8040ac59c51d" providerId="AD" clId="Web-{BEF839FA-6384-E2DA-405B-48C94922FBD6}" dt="2025-09-04T20:25:19.211" v="50" actId="20577"/>
          <ac:spMkLst>
            <pc:docMk/>
            <pc:sldMk cId="1273391253" sldId="3833"/>
            <ac:spMk id="4" creationId="{CD95F3E6-0968-6728-8BD3-947C1DCAB924}"/>
          </ac:spMkLst>
        </pc:spChg>
      </pc:sldChg>
      <pc:sldChg chg="addSp delSp modSp new">
        <pc:chgData name="Emmalee Brown" userId="S::ebrown@aeronix.com::7673b0ea-0d4d-483d-8e6e-8040ac59c51d" providerId="AD" clId="Web-{BEF839FA-6384-E2DA-405B-48C94922FBD6}" dt="2025-09-04T20:44:05.764" v="260"/>
        <pc:sldMkLst>
          <pc:docMk/>
          <pc:sldMk cId="1786691869" sldId="3835"/>
        </pc:sldMkLst>
        <pc:spChg chg="mod">
          <ac:chgData name="Emmalee Brown" userId="S::ebrown@aeronix.com::7673b0ea-0d4d-483d-8e6e-8040ac59c51d" providerId="AD" clId="Web-{BEF839FA-6384-E2DA-405B-48C94922FBD6}" dt="2025-09-04T20:41:37.952" v="122" actId="20577"/>
          <ac:spMkLst>
            <pc:docMk/>
            <pc:sldMk cId="1786691869" sldId="3835"/>
            <ac:spMk id="2" creationId="{3A7DBD30-BE42-D0D3-AE1A-51D74C417FC6}"/>
          </ac:spMkLst>
        </pc:spChg>
      </pc:sldChg>
      <pc:sldChg chg="new del">
        <pc:chgData name="Emmalee Brown" userId="S::ebrown@aeronix.com::7673b0ea-0d4d-483d-8e6e-8040ac59c51d" providerId="AD" clId="Web-{BEF839FA-6384-E2DA-405B-48C94922FBD6}" dt="2025-09-04T20:44:11.139" v="261"/>
        <pc:sldMkLst>
          <pc:docMk/>
          <pc:sldMk cId="840952158" sldId="3836"/>
        </pc:sldMkLst>
      </pc:sldChg>
      <pc:sldChg chg="delSp modSp add replId">
        <pc:chgData name="Emmalee Brown" userId="S::ebrown@aeronix.com::7673b0ea-0d4d-483d-8e6e-8040ac59c51d" providerId="AD" clId="Web-{BEF839FA-6384-E2DA-405B-48C94922FBD6}" dt="2025-09-04T20:44:36.826" v="282" actId="20577"/>
        <pc:sldMkLst>
          <pc:docMk/>
          <pc:sldMk cId="2269023538" sldId="3836"/>
        </pc:sldMkLst>
        <pc:spChg chg="mod">
          <ac:chgData name="Emmalee Brown" userId="S::ebrown@aeronix.com::7673b0ea-0d4d-483d-8e6e-8040ac59c51d" providerId="AD" clId="Web-{BEF839FA-6384-E2DA-405B-48C94922FBD6}" dt="2025-09-04T20:44:36.826" v="282" actId="20577"/>
          <ac:spMkLst>
            <pc:docMk/>
            <pc:sldMk cId="2269023538" sldId="3836"/>
            <ac:spMk id="2" creationId="{7F97CEF2-27E4-1EE3-2943-BCFD8AE06A98}"/>
          </ac:spMkLst>
        </pc:spChg>
      </pc:sldChg>
      <pc:sldChg chg="new del">
        <pc:chgData name="Emmalee Brown" userId="S::ebrown@aeronix.com::7673b0ea-0d4d-483d-8e6e-8040ac59c51d" providerId="AD" clId="Web-{BEF839FA-6384-E2DA-405B-48C94922FBD6}" dt="2025-09-04T20:44:20.451" v="263"/>
        <pc:sldMkLst>
          <pc:docMk/>
          <pc:sldMk cId="3943598172" sldId="3836"/>
        </pc:sldMkLst>
      </pc:sldChg>
      <pc:sldChg chg="modSp add replId">
        <pc:chgData name="Emmalee Brown" userId="S::ebrown@aeronix.com::7673b0ea-0d4d-483d-8e6e-8040ac59c51d" providerId="AD" clId="Web-{BEF839FA-6384-E2DA-405B-48C94922FBD6}" dt="2025-09-04T20:44:47.342" v="287" actId="20577"/>
        <pc:sldMkLst>
          <pc:docMk/>
          <pc:sldMk cId="3228930438" sldId="3837"/>
        </pc:sldMkLst>
        <pc:spChg chg="mod">
          <ac:chgData name="Emmalee Brown" userId="S::ebrown@aeronix.com::7673b0ea-0d4d-483d-8e6e-8040ac59c51d" providerId="AD" clId="Web-{BEF839FA-6384-E2DA-405B-48C94922FBD6}" dt="2025-09-04T20:44:47.342" v="287" actId="20577"/>
          <ac:spMkLst>
            <pc:docMk/>
            <pc:sldMk cId="3228930438" sldId="3837"/>
            <ac:spMk id="2" creationId="{922CBC06-7E44-706C-7BA0-0F05D327DC49}"/>
          </ac:spMkLst>
        </pc:spChg>
      </pc:sldChg>
      <pc:sldChg chg="modSp add replId">
        <pc:chgData name="Emmalee Brown" userId="S::ebrown@aeronix.com::7673b0ea-0d4d-483d-8e6e-8040ac59c51d" providerId="AD" clId="Web-{BEF839FA-6384-E2DA-405B-48C94922FBD6}" dt="2025-09-04T20:44:50.826" v="289" actId="20577"/>
        <pc:sldMkLst>
          <pc:docMk/>
          <pc:sldMk cId="433143279" sldId="3838"/>
        </pc:sldMkLst>
        <pc:spChg chg="mod">
          <ac:chgData name="Emmalee Brown" userId="S::ebrown@aeronix.com::7673b0ea-0d4d-483d-8e6e-8040ac59c51d" providerId="AD" clId="Web-{BEF839FA-6384-E2DA-405B-48C94922FBD6}" dt="2025-09-04T20:44:50.826" v="289" actId="20577"/>
          <ac:spMkLst>
            <pc:docMk/>
            <pc:sldMk cId="433143279" sldId="3838"/>
            <ac:spMk id="2" creationId="{F2D29897-322E-4D51-C11D-784CCA9EBC43}"/>
          </ac:spMkLst>
        </pc:spChg>
      </pc:sldChg>
    </pc:docChg>
  </pc:docChgLst>
  <pc:docChgLst>
    <pc:chgData name="Drew Kaisner" userId="bf782c5b-4364-42e6-b38e-b91be8b785de" providerId="ADAL" clId="{39C004C2-A1EF-4CE3-9D8E-C09078C6E333}"/>
    <pc:docChg chg="custSel modSld">
      <pc:chgData name="Drew Kaisner" userId="bf782c5b-4364-42e6-b38e-b91be8b785de" providerId="ADAL" clId="{39C004C2-A1EF-4CE3-9D8E-C09078C6E333}" dt="2025-09-25T20:26:43.883" v="257" actId="20577"/>
      <pc:docMkLst>
        <pc:docMk/>
      </pc:docMkLst>
      <pc:sldChg chg="modSp mod modCm">
        <pc:chgData name="Drew Kaisner" userId="bf782c5b-4364-42e6-b38e-b91be8b785de" providerId="ADAL" clId="{39C004C2-A1EF-4CE3-9D8E-C09078C6E333}" dt="2025-09-25T20:18:18.796" v="161" actId="14100"/>
        <pc:sldMkLst>
          <pc:docMk/>
          <pc:sldMk cId="518952494" sldId="3829"/>
        </pc:sldMkLst>
        <pc:spChg chg="mod">
          <ac:chgData name="Drew Kaisner" userId="bf782c5b-4364-42e6-b38e-b91be8b785de" providerId="ADAL" clId="{39C004C2-A1EF-4CE3-9D8E-C09078C6E333}" dt="2025-09-25T20:18:18.796" v="161" actId="14100"/>
          <ac:spMkLst>
            <pc:docMk/>
            <pc:sldMk cId="518952494" sldId="3829"/>
            <ac:spMk id="4" creationId="{D9F6B15E-9670-2C65-3070-86441DD5243E}"/>
          </ac:spMkLst>
        </pc:spChg>
        <pc:extLst>
          <p:ext xmlns:p="http://schemas.openxmlformats.org/presentationml/2006/main" uri="{D6D511B9-2390-475A-947B-AFAB55BFBCF1}">
            <pc226:cmChg xmlns:pc226="http://schemas.microsoft.com/office/powerpoint/2022/06/main/command" chg="mod">
              <pc226:chgData name="Drew Kaisner" userId="bf782c5b-4364-42e6-b38e-b91be8b785de" providerId="ADAL" clId="{39C004C2-A1EF-4CE3-9D8E-C09078C6E333}" dt="2025-09-25T20:18:11.981" v="160" actId="20577"/>
              <pc2:cmMkLst xmlns:pc2="http://schemas.microsoft.com/office/powerpoint/2019/9/main/command">
                <pc:docMk/>
                <pc:sldMk cId="518952494" sldId="3829"/>
                <pc2:cmMk id="{B4274F94-B614-478E-A72F-2604FE8A57CB}"/>
              </pc2:cmMkLst>
            </pc226:cmChg>
          </p:ext>
        </pc:extLst>
      </pc:sldChg>
      <pc:sldChg chg="modSp mod">
        <pc:chgData name="Drew Kaisner" userId="bf782c5b-4364-42e6-b38e-b91be8b785de" providerId="ADAL" clId="{39C004C2-A1EF-4CE3-9D8E-C09078C6E333}" dt="2025-09-25T20:17:20.880" v="148" actId="20577"/>
        <pc:sldMkLst>
          <pc:docMk/>
          <pc:sldMk cId="1564086234" sldId="3831"/>
        </pc:sldMkLst>
        <pc:graphicFrameChg chg="mod modGraphic">
          <ac:chgData name="Drew Kaisner" userId="bf782c5b-4364-42e6-b38e-b91be8b785de" providerId="ADAL" clId="{39C004C2-A1EF-4CE3-9D8E-C09078C6E333}" dt="2025-09-25T20:17:20.880" v="148" actId="20577"/>
          <ac:graphicFrameMkLst>
            <pc:docMk/>
            <pc:sldMk cId="1564086234" sldId="3831"/>
            <ac:graphicFrameMk id="2" creationId="{A7C09142-5973-095C-51D8-ECD2A79FD1BE}"/>
          </ac:graphicFrameMkLst>
        </pc:graphicFrameChg>
      </pc:sldChg>
      <pc:sldChg chg="modSp mod modCm">
        <pc:chgData name="Drew Kaisner" userId="bf782c5b-4364-42e6-b38e-b91be8b785de" providerId="ADAL" clId="{39C004C2-A1EF-4CE3-9D8E-C09078C6E333}" dt="2025-09-25T20:26:43.883" v="257" actId="20577"/>
        <pc:sldMkLst>
          <pc:docMk/>
          <pc:sldMk cId="2005274610" sldId="3832"/>
        </pc:sldMkLst>
        <pc:spChg chg="mod">
          <ac:chgData name="Drew Kaisner" userId="bf782c5b-4364-42e6-b38e-b91be8b785de" providerId="ADAL" clId="{39C004C2-A1EF-4CE3-9D8E-C09078C6E333}" dt="2025-09-25T20:26:43.883" v="257" actId="20577"/>
          <ac:spMkLst>
            <pc:docMk/>
            <pc:sldMk cId="2005274610" sldId="3832"/>
            <ac:spMk id="4" creationId="{006CDBFA-8692-0095-B550-9B7EDCE95696}"/>
          </ac:spMkLst>
        </pc:spChg>
        <pc:extLst>
          <p:ext xmlns:p="http://schemas.openxmlformats.org/presentationml/2006/main" uri="{D6D511B9-2390-475A-947B-AFAB55BFBCF1}">
            <pc226:cmChg xmlns:pc226="http://schemas.microsoft.com/office/powerpoint/2022/06/main/command" chg="mod">
              <pc226:chgData name="Drew Kaisner" userId="bf782c5b-4364-42e6-b38e-b91be8b785de" providerId="ADAL" clId="{39C004C2-A1EF-4CE3-9D8E-C09078C6E333}" dt="2025-09-25T20:26:43.883" v="257" actId="20577"/>
              <pc2:cmMkLst xmlns:pc2="http://schemas.microsoft.com/office/powerpoint/2019/9/main/command">
                <pc:docMk/>
                <pc:sldMk cId="2005274610" sldId="3832"/>
                <pc2:cmMk id="{B4DFE671-2159-4068-A562-D7D9C9F388B5}"/>
              </pc2:cmMkLst>
            </pc226:cmChg>
          </p:ext>
        </pc:extLst>
      </pc:sldChg>
      <pc:sldChg chg="addSp modSp mod">
        <pc:chgData name="Drew Kaisner" userId="bf782c5b-4364-42e6-b38e-b91be8b785de" providerId="ADAL" clId="{39C004C2-A1EF-4CE3-9D8E-C09078C6E333}" dt="2025-09-22T12:47:47.329" v="45" actId="14100"/>
        <pc:sldMkLst>
          <pc:docMk/>
          <pc:sldMk cId="1273391253" sldId="3833"/>
        </pc:sldMkLst>
        <pc:spChg chg="mod">
          <ac:chgData name="Drew Kaisner" userId="bf782c5b-4364-42e6-b38e-b91be8b785de" providerId="ADAL" clId="{39C004C2-A1EF-4CE3-9D8E-C09078C6E333}" dt="2025-09-22T12:47:47.329" v="45" actId="14100"/>
          <ac:spMkLst>
            <pc:docMk/>
            <pc:sldMk cId="1273391253" sldId="3833"/>
            <ac:spMk id="4" creationId="{CD95F3E6-0968-6728-8BD3-947C1DCAB924}"/>
          </ac:spMkLst>
        </pc:spChg>
        <pc:picChg chg="add mod modCrop">
          <ac:chgData name="Drew Kaisner" userId="bf782c5b-4364-42e6-b38e-b91be8b785de" providerId="ADAL" clId="{39C004C2-A1EF-4CE3-9D8E-C09078C6E333}" dt="2025-09-22T12:47:18.374" v="44" actId="1076"/>
          <ac:picMkLst>
            <pc:docMk/>
            <pc:sldMk cId="1273391253" sldId="3833"/>
            <ac:picMk id="5" creationId="{1677C576-D081-27BC-0B91-091085FE4AEE}"/>
          </ac:picMkLst>
        </pc:picChg>
      </pc:sldChg>
    </pc:docChg>
  </pc:docChgLst>
  <pc:docChgLst>
    <pc:chgData name="Emmalee Brown" userId="7673b0ea-0d4d-483d-8e6e-8040ac59c51d" providerId="ADAL" clId="{78480BC5-37D2-4970-AC06-409A94A7234E}"/>
    <pc:docChg chg="undo redo custSel addSld delSld modSld sldOrd modSection">
      <pc:chgData name="Emmalee Brown" userId="7673b0ea-0d4d-483d-8e6e-8040ac59c51d" providerId="ADAL" clId="{78480BC5-37D2-4970-AC06-409A94A7234E}" dt="2025-09-25T20:22:54.357" v="6994" actId="20577"/>
      <pc:docMkLst>
        <pc:docMk/>
      </pc:docMkLst>
      <pc:sldChg chg="modSp mod modNotesTx">
        <pc:chgData name="Emmalee Brown" userId="7673b0ea-0d4d-483d-8e6e-8040ac59c51d" providerId="ADAL" clId="{78480BC5-37D2-4970-AC06-409A94A7234E}" dt="2025-09-25T20:16:26.308" v="6954" actId="20577"/>
        <pc:sldMkLst>
          <pc:docMk/>
          <pc:sldMk cId="1747055951" sldId="940"/>
        </pc:sldMkLst>
        <pc:spChg chg="mod">
          <ac:chgData name="Emmalee Brown" userId="7673b0ea-0d4d-483d-8e6e-8040ac59c51d" providerId="ADAL" clId="{78480BC5-37D2-4970-AC06-409A94A7234E}" dt="2025-09-18T13:32:24.385" v="4399" actId="122"/>
          <ac:spMkLst>
            <pc:docMk/>
            <pc:sldMk cId="1747055951" sldId="940"/>
            <ac:spMk id="4" creationId="{3BE01761-FCCE-8FBE-F1CA-580398D25088}"/>
          </ac:spMkLst>
        </pc:spChg>
      </pc:sldChg>
      <pc:sldChg chg="modSp add mod modNotesTx">
        <pc:chgData name="Emmalee Brown" userId="7673b0ea-0d4d-483d-8e6e-8040ac59c51d" providerId="ADAL" clId="{78480BC5-37D2-4970-AC06-409A94A7234E}" dt="2025-09-22T17:30:52.763" v="6516" actId="20577"/>
        <pc:sldMkLst>
          <pc:docMk/>
          <pc:sldMk cId="1267569178" sldId="3697"/>
        </pc:sldMkLst>
        <pc:spChg chg="mod">
          <ac:chgData name="Emmalee Brown" userId="7673b0ea-0d4d-483d-8e6e-8040ac59c51d" providerId="ADAL" clId="{78480BC5-37D2-4970-AC06-409A94A7234E}" dt="2025-09-22T17:30:52.763" v="6516" actId="20577"/>
          <ac:spMkLst>
            <pc:docMk/>
            <pc:sldMk cId="1267569178" sldId="3697"/>
            <ac:spMk id="2" creationId="{73F2F280-C9D6-0E6E-EF1A-34A889BDE47B}"/>
          </ac:spMkLst>
        </pc:spChg>
      </pc:sldChg>
      <pc:sldChg chg="addSp delSp modSp add mod">
        <pc:chgData name="Emmalee Brown" userId="7673b0ea-0d4d-483d-8e6e-8040ac59c51d" providerId="ADAL" clId="{78480BC5-37D2-4970-AC06-409A94A7234E}" dt="2025-09-22T17:31:14.547" v="6543"/>
        <pc:sldMkLst>
          <pc:docMk/>
          <pc:sldMk cId="2837194954" sldId="3698"/>
        </pc:sldMkLst>
        <pc:spChg chg="add mod">
          <ac:chgData name="Emmalee Brown" userId="7673b0ea-0d4d-483d-8e6e-8040ac59c51d" providerId="ADAL" clId="{78480BC5-37D2-4970-AC06-409A94A7234E}" dt="2025-09-22T17:31:14.547" v="6543"/>
          <ac:spMkLst>
            <pc:docMk/>
            <pc:sldMk cId="2837194954" sldId="3698"/>
            <ac:spMk id="3" creationId="{D2C820FB-980E-C0F9-050B-96D3C72168D2}"/>
          </ac:spMkLst>
        </pc:spChg>
      </pc:sldChg>
      <pc:sldChg chg="addSp delSp modSp add mod">
        <pc:chgData name="Emmalee Brown" userId="7673b0ea-0d4d-483d-8e6e-8040ac59c51d" providerId="ADAL" clId="{78480BC5-37D2-4970-AC06-409A94A7234E}" dt="2025-09-22T17:31:18.819" v="6545"/>
        <pc:sldMkLst>
          <pc:docMk/>
          <pc:sldMk cId="3088244144" sldId="3703"/>
        </pc:sldMkLst>
        <pc:spChg chg="mod">
          <ac:chgData name="Emmalee Brown" userId="7673b0ea-0d4d-483d-8e6e-8040ac59c51d" providerId="ADAL" clId="{78480BC5-37D2-4970-AC06-409A94A7234E}" dt="2025-09-22T17:23:57.696" v="6453" actId="20577"/>
          <ac:spMkLst>
            <pc:docMk/>
            <pc:sldMk cId="3088244144" sldId="3703"/>
            <ac:spMk id="3" creationId="{D9D4900F-CFB8-4C28-4D0C-91082F3711D5}"/>
          </ac:spMkLst>
        </pc:spChg>
        <pc:spChg chg="add mod">
          <ac:chgData name="Emmalee Brown" userId="7673b0ea-0d4d-483d-8e6e-8040ac59c51d" providerId="ADAL" clId="{78480BC5-37D2-4970-AC06-409A94A7234E}" dt="2025-09-22T17:31:18.819" v="6545"/>
          <ac:spMkLst>
            <pc:docMk/>
            <pc:sldMk cId="3088244144" sldId="3703"/>
            <ac:spMk id="26" creationId="{DBE3BDB1-7E34-B845-C23F-F1A7D80DC671}"/>
          </ac:spMkLst>
        </pc:spChg>
      </pc:sldChg>
      <pc:sldChg chg="addSp delSp modSp add mod">
        <pc:chgData name="Emmalee Brown" userId="7673b0ea-0d4d-483d-8e6e-8040ac59c51d" providerId="ADAL" clId="{78480BC5-37D2-4970-AC06-409A94A7234E}" dt="2025-09-22T17:32:07.176" v="6561" actId="14100"/>
        <pc:sldMkLst>
          <pc:docMk/>
          <pc:sldMk cId="2143629685" sldId="3704"/>
        </pc:sldMkLst>
        <pc:spChg chg="add mod">
          <ac:chgData name="Emmalee Brown" userId="7673b0ea-0d4d-483d-8e6e-8040ac59c51d" providerId="ADAL" clId="{78480BC5-37D2-4970-AC06-409A94A7234E}" dt="2025-09-22T17:32:07.176" v="6561" actId="14100"/>
          <ac:spMkLst>
            <pc:docMk/>
            <pc:sldMk cId="2143629685" sldId="3704"/>
            <ac:spMk id="7" creationId="{070BD5EE-03B3-E633-0937-37379C8B8888}"/>
          </ac:spMkLst>
        </pc:spChg>
        <pc:spChg chg="add mod">
          <ac:chgData name="Emmalee Brown" userId="7673b0ea-0d4d-483d-8e6e-8040ac59c51d" providerId="ADAL" clId="{78480BC5-37D2-4970-AC06-409A94A7234E}" dt="2025-09-22T17:31:23.415" v="6547"/>
          <ac:spMkLst>
            <pc:docMk/>
            <pc:sldMk cId="2143629685" sldId="3704"/>
            <ac:spMk id="8" creationId="{30CD74DB-8056-D2E3-CAFC-AD116D1AAFE5}"/>
          </ac:spMkLst>
        </pc:spChg>
        <pc:spChg chg="mod">
          <ac:chgData name="Emmalee Brown" userId="7673b0ea-0d4d-483d-8e6e-8040ac59c51d" providerId="ADAL" clId="{78480BC5-37D2-4970-AC06-409A94A7234E}" dt="2025-09-22T17:32:02.475" v="6559" actId="1076"/>
          <ac:spMkLst>
            <pc:docMk/>
            <pc:sldMk cId="2143629685" sldId="3704"/>
            <ac:spMk id="11" creationId="{55D2488B-27D7-15FC-380C-DE393E07575F}"/>
          </ac:spMkLst>
        </pc:spChg>
        <pc:spChg chg="mod">
          <ac:chgData name="Emmalee Brown" userId="7673b0ea-0d4d-483d-8e6e-8040ac59c51d" providerId="ADAL" clId="{78480BC5-37D2-4970-AC06-409A94A7234E}" dt="2025-09-22T17:31:54.187" v="6556" actId="1076"/>
          <ac:spMkLst>
            <pc:docMk/>
            <pc:sldMk cId="2143629685" sldId="3704"/>
            <ac:spMk id="13" creationId="{65DA015B-0CDB-35F2-A67B-25AB772A3EBF}"/>
          </ac:spMkLst>
        </pc:spChg>
        <pc:spChg chg="mod">
          <ac:chgData name="Emmalee Brown" userId="7673b0ea-0d4d-483d-8e6e-8040ac59c51d" providerId="ADAL" clId="{78480BC5-37D2-4970-AC06-409A94A7234E}" dt="2025-09-22T17:32:02.475" v="6559" actId="1076"/>
          <ac:spMkLst>
            <pc:docMk/>
            <pc:sldMk cId="2143629685" sldId="3704"/>
            <ac:spMk id="14" creationId="{8CCD8054-5126-98FB-EB7C-AA0426FEF111}"/>
          </ac:spMkLst>
        </pc:spChg>
        <pc:spChg chg="mod">
          <ac:chgData name="Emmalee Brown" userId="7673b0ea-0d4d-483d-8e6e-8040ac59c51d" providerId="ADAL" clId="{78480BC5-37D2-4970-AC06-409A94A7234E}" dt="2025-09-22T17:32:02.475" v="6559" actId="1076"/>
          <ac:spMkLst>
            <pc:docMk/>
            <pc:sldMk cId="2143629685" sldId="3704"/>
            <ac:spMk id="15" creationId="{62096EDC-BDAE-C182-6892-E55D1D1F300C}"/>
          </ac:spMkLst>
        </pc:spChg>
        <pc:spChg chg="mod">
          <ac:chgData name="Emmalee Brown" userId="7673b0ea-0d4d-483d-8e6e-8040ac59c51d" providerId="ADAL" clId="{78480BC5-37D2-4970-AC06-409A94A7234E}" dt="2025-09-22T17:32:02.475" v="6559" actId="1076"/>
          <ac:spMkLst>
            <pc:docMk/>
            <pc:sldMk cId="2143629685" sldId="3704"/>
            <ac:spMk id="28" creationId="{CA5F7C5D-50BB-7DA7-80EC-9678799B8CE7}"/>
          </ac:spMkLst>
        </pc:spChg>
        <pc:spChg chg="mod">
          <ac:chgData name="Emmalee Brown" userId="7673b0ea-0d4d-483d-8e6e-8040ac59c51d" providerId="ADAL" clId="{78480BC5-37D2-4970-AC06-409A94A7234E}" dt="2025-09-22T17:32:02.475" v="6559" actId="1076"/>
          <ac:spMkLst>
            <pc:docMk/>
            <pc:sldMk cId="2143629685" sldId="3704"/>
            <ac:spMk id="29" creationId="{C074BF22-222B-45D2-2E8F-D11C86DAAB10}"/>
          </ac:spMkLst>
        </pc:spChg>
        <pc:grpChg chg="mod">
          <ac:chgData name="Emmalee Brown" userId="7673b0ea-0d4d-483d-8e6e-8040ac59c51d" providerId="ADAL" clId="{78480BC5-37D2-4970-AC06-409A94A7234E}" dt="2025-09-22T17:32:02.475" v="6559" actId="1076"/>
          <ac:grpSpMkLst>
            <pc:docMk/>
            <pc:sldMk cId="2143629685" sldId="3704"/>
            <ac:grpSpMk id="3" creationId="{59EAE0BA-FA89-07BD-6E02-EF6719E2AD5A}"/>
          </ac:grpSpMkLst>
        </pc:grpChg>
        <pc:picChg chg="mod">
          <ac:chgData name="Emmalee Brown" userId="7673b0ea-0d4d-483d-8e6e-8040ac59c51d" providerId="ADAL" clId="{78480BC5-37D2-4970-AC06-409A94A7234E}" dt="2025-09-22T17:32:02.475" v="6559" actId="1076"/>
          <ac:picMkLst>
            <pc:docMk/>
            <pc:sldMk cId="2143629685" sldId="3704"/>
            <ac:picMk id="7170" creationId="{3116A4A9-5051-E79B-C24B-DC1A9F04F1B2}"/>
          </ac:picMkLst>
        </pc:picChg>
        <pc:cxnChg chg="mod">
          <ac:chgData name="Emmalee Brown" userId="7673b0ea-0d4d-483d-8e6e-8040ac59c51d" providerId="ADAL" clId="{78480BC5-37D2-4970-AC06-409A94A7234E}" dt="2025-09-22T17:32:02.475" v="6559" actId="1076"/>
          <ac:cxnSpMkLst>
            <pc:docMk/>
            <pc:sldMk cId="2143629685" sldId="3704"/>
            <ac:cxnSpMk id="9" creationId="{9D4A38CE-5BDC-C9AB-5CC7-F4FBDA26CA02}"/>
          </ac:cxnSpMkLst>
        </pc:cxnChg>
      </pc:sldChg>
      <pc:sldChg chg="modSp add del mod">
        <pc:chgData name="Emmalee Brown" userId="7673b0ea-0d4d-483d-8e6e-8040ac59c51d" providerId="ADAL" clId="{78480BC5-37D2-4970-AC06-409A94A7234E}" dt="2025-09-22T17:29:17.230" v="6455" actId="2696"/>
        <pc:sldMkLst>
          <pc:docMk/>
          <pc:sldMk cId="196349787" sldId="3706"/>
        </pc:sldMkLst>
      </pc:sldChg>
      <pc:sldChg chg="add del ord">
        <pc:chgData name="Emmalee Brown" userId="7673b0ea-0d4d-483d-8e6e-8040ac59c51d" providerId="ADAL" clId="{78480BC5-37D2-4970-AC06-409A94A7234E}" dt="2025-09-18T19:58:53.111" v="4406" actId="47"/>
        <pc:sldMkLst>
          <pc:docMk/>
          <pc:sldMk cId="1855283159" sldId="3800"/>
        </pc:sldMkLst>
      </pc:sldChg>
      <pc:sldChg chg="addSp delSp modSp mod modNotesTx">
        <pc:chgData name="Emmalee Brown" userId="7673b0ea-0d4d-483d-8e6e-8040ac59c51d" providerId="ADAL" clId="{78480BC5-37D2-4970-AC06-409A94A7234E}" dt="2025-09-25T20:16:29.906" v="6959" actId="20577"/>
        <pc:sldMkLst>
          <pc:docMk/>
          <pc:sldMk cId="791397884" sldId="3811"/>
        </pc:sldMkLst>
        <pc:spChg chg="mod">
          <ac:chgData name="Emmalee Brown" userId="7673b0ea-0d4d-483d-8e6e-8040ac59c51d" providerId="ADAL" clId="{78480BC5-37D2-4970-AC06-409A94A7234E}" dt="2025-09-22T17:10:39.469" v="6049" actId="1076"/>
          <ac:spMkLst>
            <pc:docMk/>
            <pc:sldMk cId="791397884" sldId="3811"/>
            <ac:spMk id="5" creationId="{8338DA44-72E3-73E3-C9A2-74E3F5D7D54B}"/>
          </ac:spMkLst>
        </pc:spChg>
        <pc:spChg chg="mod">
          <ac:chgData name="Emmalee Brown" userId="7673b0ea-0d4d-483d-8e6e-8040ac59c51d" providerId="ADAL" clId="{78480BC5-37D2-4970-AC06-409A94A7234E}" dt="2025-09-22T17:10:29.504" v="6047" actId="1076"/>
          <ac:spMkLst>
            <pc:docMk/>
            <pc:sldMk cId="791397884" sldId="3811"/>
            <ac:spMk id="6" creationId="{DCB1CAED-1591-4697-3329-E7A719358668}"/>
          </ac:spMkLst>
        </pc:spChg>
        <pc:spChg chg="mod">
          <ac:chgData name="Emmalee Brown" userId="7673b0ea-0d4d-483d-8e6e-8040ac59c51d" providerId="ADAL" clId="{78480BC5-37D2-4970-AC06-409A94A7234E}" dt="2025-09-22T17:10:36.615" v="6048" actId="1076"/>
          <ac:spMkLst>
            <pc:docMk/>
            <pc:sldMk cId="791397884" sldId="3811"/>
            <ac:spMk id="10" creationId="{89946098-F69F-8FD7-85BE-919BDD1AA87C}"/>
          </ac:spMkLst>
        </pc:spChg>
        <pc:spChg chg="mod">
          <ac:chgData name="Emmalee Brown" userId="7673b0ea-0d4d-483d-8e6e-8040ac59c51d" providerId="ADAL" clId="{78480BC5-37D2-4970-AC06-409A94A7234E}" dt="2025-09-18T13:40:14.719" v="4400" actId="1076"/>
          <ac:spMkLst>
            <pc:docMk/>
            <pc:sldMk cId="791397884" sldId="3811"/>
            <ac:spMk id="11" creationId="{995ACE2F-21AD-E803-E299-473D6A953164}"/>
          </ac:spMkLst>
        </pc:spChg>
        <pc:spChg chg="mod">
          <ac:chgData name="Emmalee Brown" userId="7673b0ea-0d4d-483d-8e6e-8040ac59c51d" providerId="ADAL" clId="{78480BC5-37D2-4970-AC06-409A94A7234E}" dt="2025-09-22T17:10:45.514" v="6050" actId="1076"/>
          <ac:spMkLst>
            <pc:docMk/>
            <pc:sldMk cId="791397884" sldId="3811"/>
            <ac:spMk id="12" creationId="{960132FA-F57F-28AF-C1F2-8D654982D012}"/>
          </ac:spMkLst>
        </pc:spChg>
        <pc:picChg chg="add mod">
          <ac:chgData name="Emmalee Brown" userId="7673b0ea-0d4d-483d-8e6e-8040ac59c51d" providerId="ADAL" clId="{78480BC5-37D2-4970-AC06-409A94A7234E}" dt="2025-09-16T15:26:53.565" v="2648" actId="1076"/>
          <ac:picMkLst>
            <pc:docMk/>
            <pc:sldMk cId="791397884" sldId="3811"/>
            <ac:picMk id="3" creationId="{56460D0C-D3A7-BF3B-C84A-2427B6DEFE57}"/>
          </ac:picMkLst>
        </pc:picChg>
        <pc:picChg chg="mod">
          <ac:chgData name="Emmalee Brown" userId="7673b0ea-0d4d-483d-8e6e-8040ac59c51d" providerId="ADAL" clId="{78480BC5-37D2-4970-AC06-409A94A7234E}" dt="2025-09-16T15:26:28.527" v="2645" actId="1076"/>
          <ac:picMkLst>
            <pc:docMk/>
            <pc:sldMk cId="791397884" sldId="3811"/>
            <ac:picMk id="1028" creationId="{E8B3B985-4E8D-533B-1DBC-8EF2DD036ED0}"/>
          </ac:picMkLst>
        </pc:picChg>
        <pc:picChg chg="mod">
          <ac:chgData name="Emmalee Brown" userId="7673b0ea-0d4d-483d-8e6e-8040ac59c51d" providerId="ADAL" clId="{78480BC5-37D2-4970-AC06-409A94A7234E}" dt="2025-09-18T13:40:26.197" v="4403" actId="1076"/>
          <ac:picMkLst>
            <pc:docMk/>
            <pc:sldMk cId="791397884" sldId="3811"/>
            <ac:picMk id="1030" creationId="{B4259CCE-9CD4-7F78-B796-FC54D4C6E2F5}"/>
          </ac:picMkLst>
        </pc:picChg>
        <pc:picChg chg="mod">
          <ac:chgData name="Emmalee Brown" userId="7673b0ea-0d4d-483d-8e6e-8040ac59c51d" providerId="ADAL" clId="{78480BC5-37D2-4970-AC06-409A94A7234E}" dt="2025-09-16T15:26:39.603" v="2646" actId="1076"/>
          <ac:picMkLst>
            <pc:docMk/>
            <pc:sldMk cId="791397884" sldId="3811"/>
            <ac:picMk id="1032" creationId="{82EA43E4-5312-31D6-DD83-ED21A2F31BDB}"/>
          </ac:picMkLst>
        </pc:picChg>
      </pc:sldChg>
      <pc:sldChg chg="addSp modSp mod modNotesTx">
        <pc:chgData name="Emmalee Brown" userId="7673b0ea-0d4d-483d-8e6e-8040ac59c51d" providerId="ADAL" clId="{78480BC5-37D2-4970-AC06-409A94A7234E}" dt="2025-09-25T20:03:52.453" v="6927" actId="20577"/>
        <pc:sldMkLst>
          <pc:docMk/>
          <pc:sldMk cId="808125805" sldId="3828"/>
        </pc:sldMkLst>
        <pc:spChg chg="mod">
          <ac:chgData name="Emmalee Brown" userId="7673b0ea-0d4d-483d-8e6e-8040ac59c51d" providerId="ADAL" clId="{78480BC5-37D2-4970-AC06-409A94A7234E}" dt="2025-09-16T15:29:31.493" v="2736" actId="20577"/>
          <ac:spMkLst>
            <pc:docMk/>
            <pc:sldMk cId="808125805" sldId="3828"/>
            <ac:spMk id="3" creationId="{7C9E3624-8703-B45C-3795-9AD4A42E3247}"/>
          </ac:spMkLst>
        </pc:spChg>
        <pc:spChg chg="mod">
          <ac:chgData name="Emmalee Brown" userId="7673b0ea-0d4d-483d-8e6e-8040ac59c51d" providerId="ADAL" clId="{78480BC5-37D2-4970-AC06-409A94A7234E}" dt="2025-09-22T17:16:21.431" v="6061" actId="20577"/>
          <ac:spMkLst>
            <pc:docMk/>
            <pc:sldMk cId="808125805" sldId="3828"/>
            <ac:spMk id="4" creationId="{D013F85F-C7AA-4D4B-7FBB-682604B0E39A}"/>
          </ac:spMkLst>
        </pc:spChg>
      </pc:sldChg>
      <pc:sldChg chg="addSp modSp mod ord modCm modNotesTx">
        <pc:chgData name="Emmalee Brown" userId="7673b0ea-0d4d-483d-8e6e-8040ac59c51d" providerId="ADAL" clId="{78480BC5-37D2-4970-AC06-409A94A7234E}" dt="2025-09-25T14:51:44.469" v="6807" actId="20577"/>
        <pc:sldMkLst>
          <pc:docMk/>
          <pc:sldMk cId="518952494" sldId="3829"/>
        </pc:sldMkLst>
        <pc:spChg chg="add mod">
          <ac:chgData name="Emmalee Brown" userId="7673b0ea-0d4d-483d-8e6e-8040ac59c51d" providerId="ADAL" clId="{78480BC5-37D2-4970-AC06-409A94A7234E}" dt="2025-09-25T14:51:44.469" v="6807" actId="20577"/>
          <ac:spMkLst>
            <pc:docMk/>
            <pc:sldMk cId="518952494" sldId="3829"/>
            <ac:spMk id="2" creationId="{334BC693-D5F4-B5EC-0DB7-0D9B452CD12E}"/>
          </ac:spMkLst>
        </pc:spChg>
        <pc:spChg chg="mod">
          <ac:chgData name="Emmalee Brown" userId="7673b0ea-0d4d-483d-8e6e-8040ac59c51d" providerId="ADAL" clId="{78480BC5-37D2-4970-AC06-409A94A7234E}" dt="2025-09-22T12:12:08.391" v="4918" actId="20577"/>
          <ac:spMkLst>
            <pc:docMk/>
            <pc:sldMk cId="518952494" sldId="3829"/>
            <ac:spMk id="3" creationId="{28F57B45-C8CA-682B-C0BD-ACC927912C2C}"/>
          </ac:spMkLst>
        </pc:spChg>
        <pc:spChg chg="mod">
          <ac:chgData name="Emmalee Brown" userId="7673b0ea-0d4d-483d-8e6e-8040ac59c51d" providerId="ADAL" clId="{78480BC5-37D2-4970-AC06-409A94A7234E}" dt="2025-09-22T17:19:52.369" v="6399" actId="1076"/>
          <ac:spMkLst>
            <pc:docMk/>
            <pc:sldMk cId="518952494" sldId="3829"/>
            <ac:spMk id="4" creationId="{D9F6B15E-9670-2C65-3070-86441DD5243E}"/>
          </ac:spMkLst>
        </pc:spChg>
        <pc:spChg chg="add mod">
          <ac:chgData name="Emmalee Brown" userId="7673b0ea-0d4d-483d-8e6e-8040ac59c51d" providerId="ADAL" clId="{78480BC5-37D2-4970-AC06-409A94A7234E}" dt="2025-09-22T12:13:46.568" v="5126" actId="113"/>
          <ac:spMkLst>
            <pc:docMk/>
            <pc:sldMk cId="518952494" sldId="3829"/>
            <ac:spMk id="5" creationId="{2730866F-EE58-263B-EB06-9EED2092E8DD}"/>
          </ac:spMkLst>
        </pc:spChg>
        <pc:extLst>
          <p:ext xmlns:p="http://schemas.openxmlformats.org/presentationml/2006/main" uri="{D6D511B9-2390-475A-947B-AFAB55BFBCF1}">
            <pc226:cmChg xmlns:pc226="http://schemas.microsoft.com/office/powerpoint/2022/06/main/command" chg="mod">
              <pc226:chgData name="Emmalee Brown" userId="7673b0ea-0d4d-483d-8e6e-8040ac59c51d" providerId="ADAL" clId="{78480BC5-37D2-4970-AC06-409A94A7234E}" dt="2025-09-25T14:51:41.623" v="6795" actId="20577"/>
              <pc2:cmMkLst xmlns:pc2="http://schemas.microsoft.com/office/powerpoint/2019/9/main/command">
                <pc:docMk/>
                <pc:sldMk cId="518952494" sldId="3829"/>
                <pc2:cmMk id="{B4274F94-B614-478E-A72F-2604FE8A57CB}"/>
              </pc2:cmMkLst>
            </pc226:cmChg>
          </p:ext>
        </pc:extLst>
      </pc:sldChg>
      <pc:sldChg chg="modSp mod">
        <pc:chgData name="Emmalee Brown" userId="7673b0ea-0d4d-483d-8e6e-8040ac59c51d" providerId="ADAL" clId="{78480BC5-37D2-4970-AC06-409A94A7234E}" dt="2025-09-25T20:20:45.477" v="6972" actId="14100"/>
        <pc:sldMkLst>
          <pc:docMk/>
          <pc:sldMk cId="1564086234" sldId="3831"/>
        </pc:sldMkLst>
        <pc:graphicFrameChg chg="mod">
          <ac:chgData name="Emmalee Brown" userId="7673b0ea-0d4d-483d-8e6e-8040ac59c51d" providerId="ADAL" clId="{78480BC5-37D2-4970-AC06-409A94A7234E}" dt="2025-09-25T20:20:45.477" v="6972" actId="14100"/>
          <ac:graphicFrameMkLst>
            <pc:docMk/>
            <pc:sldMk cId="1564086234" sldId="3831"/>
            <ac:graphicFrameMk id="2" creationId="{A7C09142-5973-095C-51D8-ECD2A79FD1BE}"/>
          </ac:graphicFrameMkLst>
        </pc:graphicFrameChg>
      </pc:sldChg>
      <pc:sldChg chg="modSp mod ord modNotesTx">
        <pc:chgData name="Emmalee Brown" userId="7673b0ea-0d4d-483d-8e6e-8040ac59c51d" providerId="ADAL" clId="{78480BC5-37D2-4970-AC06-409A94A7234E}" dt="2025-09-25T20:22:54.357" v="6994" actId="20577"/>
        <pc:sldMkLst>
          <pc:docMk/>
          <pc:sldMk cId="2005274610" sldId="3832"/>
        </pc:sldMkLst>
        <pc:spChg chg="mod">
          <ac:chgData name="Emmalee Brown" userId="7673b0ea-0d4d-483d-8e6e-8040ac59c51d" providerId="ADAL" clId="{78480BC5-37D2-4970-AC06-409A94A7234E}" dt="2025-09-22T17:32:21.448" v="6574" actId="14100"/>
          <ac:spMkLst>
            <pc:docMk/>
            <pc:sldMk cId="2005274610" sldId="3832"/>
            <ac:spMk id="3" creationId="{D5A00963-43C8-0F4E-0E68-409BCF05B4FC}"/>
          </ac:spMkLst>
        </pc:spChg>
        <pc:spChg chg="mod">
          <ac:chgData name="Emmalee Brown" userId="7673b0ea-0d4d-483d-8e6e-8040ac59c51d" providerId="ADAL" clId="{78480BC5-37D2-4970-AC06-409A94A7234E}" dt="2025-09-25T20:21:31.400" v="6976" actId="403"/>
          <ac:spMkLst>
            <pc:docMk/>
            <pc:sldMk cId="2005274610" sldId="3832"/>
            <ac:spMk id="4" creationId="{006CDBFA-8692-0095-B550-9B7EDCE95696}"/>
          </ac:spMkLst>
        </pc:spChg>
      </pc:sldChg>
      <pc:sldChg chg="addSp modSp mod ord">
        <pc:chgData name="Emmalee Brown" userId="7673b0ea-0d4d-483d-8e6e-8040ac59c51d" providerId="ADAL" clId="{78480BC5-37D2-4970-AC06-409A94A7234E}" dt="2025-09-25T20:07:17.577" v="6941" actId="1076"/>
        <pc:sldMkLst>
          <pc:docMk/>
          <pc:sldMk cId="1273391253" sldId="3833"/>
        </pc:sldMkLst>
        <pc:spChg chg="mod">
          <ac:chgData name="Emmalee Brown" userId="7673b0ea-0d4d-483d-8e6e-8040ac59c51d" providerId="ADAL" clId="{78480BC5-37D2-4970-AC06-409A94A7234E}" dt="2025-09-22T17:00:04.576" v="6010" actId="20577"/>
          <ac:spMkLst>
            <pc:docMk/>
            <pc:sldMk cId="1273391253" sldId="3833"/>
            <ac:spMk id="4" creationId="{CD95F3E6-0968-6728-8BD3-947C1DCAB924}"/>
          </ac:spMkLst>
        </pc:spChg>
        <pc:spChg chg="add mod">
          <ac:chgData name="Emmalee Brown" userId="7673b0ea-0d4d-483d-8e6e-8040ac59c51d" providerId="ADAL" clId="{78480BC5-37D2-4970-AC06-409A94A7234E}" dt="2025-09-22T17:00:40.252" v="6032" actId="113"/>
          <ac:spMkLst>
            <pc:docMk/>
            <pc:sldMk cId="1273391253" sldId="3833"/>
            <ac:spMk id="7" creationId="{0A15E4D1-7B9D-3119-D22E-8FE831260721}"/>
          </ac:spMkLst>
        </pc:spChg>
        <pc:spChg chg="add mod">
          <ac:chgData name="Emmalee Brown" userId="7673b0ea-0d4d-483d-8e6e-8040ac59c51d" providerId="ADAL" clId="{78480BC5-37D2-4970-AC06-409A94A7234E}" dt="2025-09-22T17:00:59.348" v="6045" actId="1076"/>
          <ac:spMkLst>
            <pc:docMk/>
            <pc:sldMk cId="1273391253" sldId="3833"/>
            <ac:spMk id="8" creationId="{5CB03AEE-3157-A4BB-FDAF-A3EF10442285}"/>
          </ac:spMkLst>
        </pc:spChg>
        <pc:picChg chg="mod">
          <ac:chgData name="Emmalee Brown" userId="7673b0ea-0d4d-483d-8e6e-8040ac59c51d" providerId="ADAL" clId="{78480BC5-37D2-4970-AC06-409A94A7234E}" dt="2025-09-25T20:07:17.577" v="6941" actId="1076"/>
          <ac:picMkLst>
            <pc:docMk/>
            <pc:sldMk cId="1273391253" sldId="3833"/>
            <ac:picMk id="5" creationId="{1677C576-D081-27BC-0B91-091085FE4AEE}"/>
          </ac:picMkLst>
        </pc:picChg>
        <pc:picChg chg="add mod">
          <ac:chgData name="Emmalee Brown" userId="7673b0ea-0d4d-483d-8e6e-8040ac59c51d" providerId="ADAL" clId="{78480BC5-37D2-4970-AC06-409A94A7234E}" dt="2025-09-22T16:59:47.810" v="6006" actId="14100"/>
          <ac:picMkLst>
            <pc:docMk/>
            <pc:sldMk cId="1273391253" sldId="3833"/>
            <ac:picMk id="6" creationId="{437356F8-0A3A-E694-662C-478F3290E455}"/>
          </ac:picMkLst>
        </pc:picChg>
      </pc:sldChg>
      <pc:sldChg chg="addSp delSp modSp mod ord modCm">
        <pc:chgData name="Emmalee Brown" userId="7673b0ea-0d4d-483d-8e6e-8040ac59c51d" providerId="ADAL" clId="{78480BC5-37D2-4970-AC06-409A94A7234E}" dt="2025-09-22T14:54:02.676" v="5878"/>
        <pc:sldMkLst>
          <pc:docMk/>
          <pc:sldMk cId="2613187431" sldId="3834"/>
        </pc:sldMkLst>
        <pc:spChg chg="mod">
          <ac:chgData name="Emmalee Brown" userId="7673b0ea-0d4d-483d-8e6e-8040ac59c51d" providerId="ADAL" clId="{78480BC5-37D2-4970-AC06-409A94A7234E}" dt="2025-09-22T12:05:51.889" v="4554" actId="20577"/>
          <ac:spMkLst>
            <pc:docMk/>
            <pc:sldMk cId="2613187431" sldId="3834"/>
            <ac:spMk id="4" creationId="{077B81BB-2E67-F95D-F399-36B4DFEE54A3}"/>
          </ac:spMkLst>
        </pc:spChg>
        <pc:extLst>
          <p:ext xmlns:p="http://schemas.openxmlformats.org/presentationml/2006/main" uri="{D6D511B9-2390-475A-947B-AFAB55BFBCF1}">
            <pc226:cmChg xmlns:pc226="http://schemas.microsoft.com/office/powerpoint/2022/06/main/command" chg="mod">
              <pc226:chgData name="Emmalee Brown" userId="7673b0ea-0d4d-483d-8e6e-8040ac59c51d" providerId="ADAL" clId="{78480BC5-37D2-4970-AC06-409A94A7234E}" dt="2025-09-22T12:05:51.889" v="4554" actId="20577"/>
              <pc2:cmMkLst xmlns:pc2="http://schemas.microsoft.com/office/powerpoint/2019/9/main/command">
                <pc:docMk/>
                <pc:sldMk cId="2613187431" sldId="3834"/>
                <pc2:cmMk id="{8277243A-36C2-4DAF-BB30-AFD87C43D359}"/>
              </pc2:cmMkLst>
            </pc226:cmChg>
          </p:ext>
        </pc:extLst>
      </pc:sldChg>
      <pc:sldChg chg="addSp modSp mod modNotesTx">
        <pc:chgData name="Emmalee Brown" userId="7673b0ea-0d4d-483d-8e6e-8040ac59c51d" providerId="ADAL" clId="{78480BC5-37D2-4970-AC06-409A94A7234E}" dt="2025-09-25T20:04:12.845" v="6931" actId="20577"/>
        <pc:sldMkLst>
          <pc:docMk/>
          <pc:sldMk cId="1786691869" sldId="3835"/>
        </pc:sldMkLst>
        <pc:spChg chg="mod">
          <ac:chgData name="Emmalee Brown" userId="7673b0ea-0d4d-483d-8e6e-8040ac59c51d" providerId="ADAL" clId="{78480BC5-37D2-4970-AC06-409A94A7234E}" dt="2025-09-16T15:29:46.431" v="2764" actId="14100"/>
          <ac:spMkLst>
            <pc:docMk/>
            <pc:sldMk cId="1786691869" sldId="3835"/>
            <ac:spMk id="2" creationId="{3A7DBD30-BE42-D0D3-AE1A-51D74C417FC6}"/>
          </ac:spMkLst>
        </pc:spChg>
        <pc:spChg chg="mod">
          <ac:chgData name="Emmalee Brown" userId="7673b0ea-0d4d-483d-8e6e-8040ac59c51d" providerId="ADAL" clId="{78480BC5-37D2-4970-AC06-409A94A7234E}" dt="2025-09-15T12:02:32.388" v="1457" actId="14100"/>
          <ac:spMkLst>
            <pc:docMk/>
            <pc:sldMk cId="1786691869" sldId="3835"/>
            <ac:spMk id="6" creationId="{7B24BEDC-9D43-4D6A-A309-0BD27088322C}"/>
          </ac:spMkLst>
        </pc:spChg>
        <pc:graphicFrameChg chg="mod">
          <ac:chgData name="Emmalee Brown" userId="7673b0ea-0d4d-483d-8e6e-8040ac59c51d" providerId="ADAL" clId="{78480BC5-37D2-4970-AC06-409A94A7234E}" dt="2025-09-22T17:18:48.642" v="6367" actId="20577"/>
          <ac:graphicFrameMkLst>
            <pc:docMk/>
            <pc:sldMk cId="1786691869" sldId="3835"/>
            <ac:graphicFrameMk id="5" creationId="{44BB26A0-3910-0CFA-C1DE-2993F18BBBF2}"/>
          </ac:graphicFrameMkLst>
        </pc:graphicFrameChg>
      </pc:sldChg>
      <pc:sldChg chg="modSp del mod modNotesTx">
        <pc:chgData name="Emmalee Brown" userId="7673b0ea-0d4d-483d-8e6e-8040ac59c51d" providerId="ADAL" clId="{78480BC5-37D2-4970-AC06-409A94A7234E}" dt="2025-09-25T20:05:08.484" v="6933" actId="47"/>
        <pc:sldMkLst>
          <pc:docMk/>
          <pc:sldMk cId="2269023538" sldId="3836"/>
        </pc:sldMkLst>
      </pc:sldChg>
      <pc:sldChg chg="addSp modSp del mod modNotesTx">
        <pc:chgData name="Emmalee Brown" userId="7673b0ea-0d4d-483d-8e6e-8040ac59c51d" providerId="ADAL" clId="{78480BC5-37D2-4970-AC06-409A94A7234E}" dt="2025-09-25T20:05:10.128" v="6934" actId="47"/>
        <pc:sldMkLst>
          <pc:docMk/>
          <pc:sldMk cId="3228930438" sldId="3837"/>
        </pc:sldMkLst>
      </pc:sldChg>
      <pc:sldChg chg="addSp modSp del mod modCm modNotesTx">
        <pc:chgData name="Emmalee Brown" userId="7673b0ea-0d4d-483d-8e6e-8040ac59c51d" providerId="ADAL" clId="{78480BC5-37D2-4970-AC06-409A94A7234E}" dt="2025-09-25T20:05:11.493" v="6935" actId="47"/>
        <pc:sldMkLst>
          <pc:docMk/>
          <pc:sldMk cId="433143279" sldId="3838"/>
        </pc:sldMkLst>
        <pc:extLst>
          <p:ext xmlns:p="http://schemas.openxmlformats.org/presentationml/2006/main" uri="{D6D511B9-2390-475A-947B-AFAB55BFBCF1}">
            <pc226:cmChg xmlns:pc226="http://schemas.microsoft.com/office/powerpoint/2022/06/main/command" chg="mod">
              <pc226:chgData name="Emmalee Brown" userId="7673b0ea-0d4d-483d-8e6e-8040ac59c51d" providerId="ADAL" clId="{78480BC5-37D2-4970-AC06-409A94A7234E}" dt="2025-09-22T12:02:42.773" v="4525" actId="20577"/>
              <pc2:cmMkLst xmlns:pc2="http://schemas.microsoft.com/office/powerpoint/2019/9/main/command">
                <pc:docMk/>
                <pc:sldMk cId="433143279" sldId="3838"/>
                <pc2:cmMk id="{B4661299-90AB-4204-8031-320585D834E5}"/>
              </pc2:cmMkLst>
            </pc226:cmChg>
            <pc226:cmChg xmlns:pc226="http://schemas.microsoft.com/office/powerpoint/2022/06/main/command" chg="mod">
              <pc226:chgData name="Emmalee Brown" userId="7673b0ea-0d4d-483d-8e6e-8040ac59c51d" providerId="ADAL" clId="{78480BC5-37D2-4970-AC06-409A94A7234E}" dt="2025-09-22T12:02:42.773" v="4525" actId="20577"/>
              <pc2:cmMkLst xmlns:pc2="http://schemas.microsoft.com/office/powerpoint/2019/9/main/command">
                <pc:docMk/>
                <pc:sldMk cId="433143279" sldId="3838"/>
                <pc2:cmMk id="{1EF59DB3-A63D-4732-89E4-0A4F3DCB577A}"/>
              </pc2:cmMkLst>
            </pc226:cmChg>
          </p:ext>
        </pc:extLst>
      </pc:sldChg>
      <pc:sldChg chg="modSp mod">
        <pc:chgData name="Emmalee Brown" userId="7673b0ea-0d4d-483d-8e6e-8040ac59c51d" providerId="ADAL" clId="{78480BC5-37D2-4970-AC06-409A94A7234E}" dt="2025-09-15T13:23:39.121" v="2193" actId="207"/>
        <pc:sldMkLst>
          <pc:docMk/>
          <pc:sldMk cId="1658941818" sldId="3839"/>
        </pc:sldMkLst>
        <pc:spChg chg="mod">
          <ac:chgData name="Emmalee Brown" userId="7673b0ea-0d4d-483d-8e6e-8040ac59c51d" providerId="ADAL" clId="{78480BC5-37D2-4970-AC06-409A94A7234E}" dt="2025-09-15T13:23:39.121" v="2193" actId="207"/>
          <ac:spMkLst>
            <pc:docMk/>
            <pc:sldMk cId="1658941818" sldId="3839"/>
            <ac:spMk id="4" creationId="{5675CD13-7BB0-8F1E-1F47-8801FB7F8DD2}"/>
          </ac:spMkLst>
        </pc:spChg>
      </pc:sldChg>
      <pc:sldChg chg="addSp delSp modSp mod">
        <pc:chgData name="Emmalee Brown" userId="7673b0ea-0d4d-483d-8e6e-8040ac59c51d" providerId="ADAL" clId="{78480BC5-37D2-4970-AC06-409A94A7234E}" dt="2025-09-25T14:56:39.185" v="6918" actId="20577"/>
        <pc:sldMkLst>
          <pc:docMk/>
          <pc:sldMk cId="2725252404" sldId="3840"/>
        </pc:sldMkLst>
        <pc:spChg chg="mod">
          <ac:chgData name="Emmalee Brown" userId="7673b0ea-0d4d-483d-8e6e-8040ac59c51d" providerId="ADAL" clId="{78480BC5-37D2-4970-AC06-409A94A7234E}" dt="2025-09-23T15:07:44.335" v="6789" actId="20577"/>
          <ac:spMkLst>
            <pc:docMk/>
            <pc:sldMk cId="2725252404" sldId="3840"/>
            <ac:spMk id="2" creationId="{0C030DB7-F940-5949-F4F5-EC9468A74D66}"/>
          </ac:spMkLst>
        </pc:spChg>
        <pc:graphicFrameChg chg="add mod modGraphic">
          <ac:chgData name="Emmalee Brown" userId="7673b0ea-0d4d-483d-8e6e-8040ac59c51d" providerId="ADAL" clId="{78480BC5-37D2-4970-AC06-409A94A7234E}" dt="2025-09-25T14:56:39.185" v="6918" actId="20577"/>
          <ac:graphicFrameMkLst>
            <pc:docMk/>
            <pc:sldMk cId="2725252404" sldId="3840"/>
            <ac:graphicFrameMk id="4" creationId="{E699F148-8DEF-B97B-3C48-6CE1E73687E9}"/>
          </ac:graphicFrameMkLst>
        </pc:graphicFrameChg>
        <pc:picChg chg="add mod">
          <ac:chgData name="Emmalee Brown" userId="7673b0ea-0d4d-483d-8e6e-8040ac59c51d" providerId="ADAL" clId="{78480BC5-37D2-4970-AC06-409A94A7234E}" dt="2025-09-23T15:06:29.626" v="6672" actId="1076"/>
          <ac:picMkLst>
            <pc:docMk/>
            <pc:sldMk cId="2725252404" sldId="3840"/>
            <ac:picMk id="2050" creationId="{5F0BE2EB-2757-AAEA-6B8B-73A11C4B1A98}"/>
          </ac:picMkLst>
        </pc:picChg>
      </pc:sldChg>
      <pc:sldChg chg="addSp delSp modSp add mod modNotesTx">
        <pc:chgData name="Emmalee Brown" userId="7673b0ea-0d4d-483d-8e6e-8040ac59c51d" providerId="ADAL" clId="{78480BC5-37D2-4970-AC06-409A94A7234E}" dt="2025-09-25T20:22:15.516" v="6980" actId="20577"/>
        <pc:sldMkLst>
          <pc:docMk/>
          <pc:sldMk cId="2546813978" sldId="3841"/>
        </pc:sldMkLst>
        <pc:spChg chg="add mod">
          <ac:chgData name="Emmalee Brown" userId="7673b0ea-0d4d-483d-8e6e-8040ac59c51d" providerId="ADAL" clId="{78480BC5-37D2-4970-AC06-409A94A7234E}" dt="2025-09-22T14:49:50.127" v="5616" actId="1076"/>
          <ac:spMkLst>
            <pc:docMk/>
            <pc:sldMk cId="2546813978" sldId="3841"/>
            <ac:spMk id="2" creationId="{7EAA9FBC-8F8D-ABFA-79B6-86BB1D47A6ED}"/>
          </ac:spMkLst>
        </pc:spChg>
        <pc:spChg chg="add mod">
          <ac:chgData name="Emmalee Brown" userId="7673b0ea-0d4d-483d-8e6e-8040ac59c51d" providerId="ADAL" clId="{78480BC5-37D2-4970-AC06-409A94A7234E}" dt="2025-09-22T14:51:24.374" v="5711" actId="207"/>
          <ac:spMkLst>
            <pc:docMk/>
            <pc:sldMk cId="2546813978" sldId="3841"/>
            <ac:spMk id="3" creationId="{24CB2519-ED15-356F-22EA-5E7B911ABD08}"/>
          </ac:spMkLst>
        </pc:spChg>
      </pc:sldChg>
      <pc:sldChg chg="modSp new del mod ord">
        <pc:chgData name="Emmalee Brown" userId="7673b0ea-0d4d-483d-8e6e-8040ac59c51d" providerId="ADAL" clId="{78480BC5-37D2-4970-AC06-409A94A7234E}" dt="2025-09-18T13:30:10.852" v="4394" actId="47"/>
        <pc:sldMkLst>
          <pc:docMk/>
          <pc:sldMk cId="3654630596" sldId="3841"/>
        </pc:sldMkLst>
      </pc:sldChg>
      <pc:sldChg chg="new del">
        <pc:chgData name="Emmalee Brown" userId="7673b0ea-0d4d-483d-8e6e-8040ac59c51d" providerId="ADAL" clId="{78480BC5-37D2-4970-AC06-409A94A7234E}" dt="2025-09-22T14:45:01.423" v="5230" actId="47"/>
        <pc:sldMkLst>
          <pc:docMk/>
          <pc:sldMk cId="2485792163" sldId="3842"/>
        </pc:sldMkLst>
      </pc:sldChg>
      <pc:sldChg chg="addSp modSp new mod modNotesTx">
        <pc:chgData name="Emmalee Brown" userId="7673b0ea-0d4d-483d-8e6e-8040ac59c51d" providerId="ADAL" clId="{78480BC5-37D2-4970-AC06-409A94A7234E}" dt="2025-09-25T20:16:32.759" v="6964" actId="20577"/>
        <pc:sldMkLst>
          <pc:docMk/>
          <pc:sldMk cId="4231596924" sldId="3842"/>
        </pc:sldMkLst>
        <pc:spChg chg="mod">
          <ac:chgData name="Emmalee Brown" userId="7673b0ea-0d4d-483d-8e6e-8040ac59c51d" providerId="ADAL" clId="{78480BC5-37D2-4970-AC06-409A94A7234E}" dt="2025-09-22T14:45:11.790" v="5238" actId="20577"/>
          <ac:spMkLst>
            <pc:docMk/>
            <pc:sldMk cId="4231596924" sldId="3842"/>
            <ac:spMk id="2" creationId="{E517A273-FEA5-F18D-8DD6-F2932A29F668}"/>
          </ac:spMkLst>
        </pc:spChg>
        <pc:spChg chg="add mod">
          <ac:chgData name="Emmalee Brown" userId="7673b0ea-0d4d-483d-8e6e-8040ac59c51d" providerId="ADAL" clId="{78480BC5-37D2-4970-AC06-409A94A7234E}" dt="2025-09-22T17:33:28.405" v="6636" actId="1076"/>
          <ac:spMkLst>
            <pc:docMk/>
            <pc:sldMk cId="4231596924" sldId="3842"/>
            <ac:spMk id="3" creationId="{0E8E0CF5-B0A2-2A2D-88E6-DBE575EF45AF}"/>
          </ac:spMkLst>
        </pc:spChg>
        <pc:picChg chg="add mod">
          <ac:chgData name="Emmalee Brown" userId="7673b0ea-0d4d-483d-8e6e-8040ac59c51d" providerId="ADAL" clId="{78480BC5-37D2-4970-AC06-409A94A7234E}" dt="2025-09-22T14:48:48.008" v="5601" actId="1076"/>
          <ac:picMkLst>
            <pc:docMk/>
            <pc:sldMk cId="4231596924" sldId="3842"/>
            <ac:picMk id="5" creationId="{87E43D3D-E144-2D7F-14ED-A7889D0FCEAE}"/>
          </ac:picMkLst>
        </pc:picChg>
      </pc:sldChg>
      <pc:sldChg chg="modSp add mod modNotesTx">
        <pc:chgData name="Emmalee Brown" userId="7673b0ea-0d4d-483d-8e6e-8040ac59c51d" providerId="ADAL" clId="{78480BC5-37D2-4970-AC06-409A94A7234E}" dt="2025-09-25T20:22:24.134" v="6987" actId="20577"/>
        <pc:sldMkLst>
          <pc:docMk/>
          <pc:sldMk cId="4038777930" sldId="3843"/>
        </pc:sldMkLst>
        <pc:spChg chg="mod">
          <ac:chgData name="Emmalee Brown" userId="7673b0ea-0d4d-483d-8e6e-8040ac59c51d" providerId="ADAL" clId="{78480BC5-37D2-4970-AC06-409A94A7234E}" dt="2025-09-22T14:51:39.347" v="5714" actId="20577"/>
          <ac:spMkLst>
            <pc:docMk/>
            <pc:sldMk cId="4038777930" sldId="3843"/>
            <ac:spMk id="2" creationId="{C186CE83-7758-75E1-7698-943774388C88}"/>
          </ac:spMkLst>
        </pc:spChg>
        <pc:spChg chg="mod">
          <ac:chgData name="Emmalee Brown" userId="7673b0ea-0d4d-483d-8e6e-8040ac59c51d" providerId="ADAL" clId="{78480BC5-37D2-4970-AC06-409A94A7234E}" dt="2025-09-22T14:51:58.945" v="5761" actId="20577"/>
          <ac:spMkLst>
            <pc:docMk/>
            <pc:sldMk cId="4038777930" sldId="3843"/>
            <ac:spMk id="3" creationId="{870B9662-F3F8-8A8E-0816-AE631EEB6B04}"/>
          </ac:spMkLst>
        </pc:spChg>
      </pc:sldChg>
      <pc:sldChg chg="modSp add mod">
        <pc:chgData name="Emmalee Brown" userId="7673b0ea-0d4d-483d-8e6e-8040ac59c51d" providerId="ADAL" clId="{78480BC5-37D2-4970-AC06-409A94A7234E}" dt="2025-09-22T15:46:50.456" v="5954" actId="20577"/>
        <pc:sldMkLst>
          <pc:docMk/>
          <pc:sldMk cId="3583719370" sldId="3844"/>
        </pc:sldMkLst>
        <pc:spChg chg="mod">
          <ac:chgData name="Emmalee Brown" userId="7673b0ea-0d4d-483d-8e6e-8040ac59c51d" providerId="ADAL" clId="{78480BC5-37D2-4970-AC06-409A94A7234E}" dt="2025-09-22T15:46:50.456" v="5954" actId="20577"/>
          <ac:spMkLst>
            <pc:docMk/>
            <pc:sldMk cId="3583719370" sldId="3844"/>
            <ac:spMk id="2" creationId="{343DF6EF-4DC4-EA8A-6075-099143B3A071}"/>
          </ac:spMkLst>
        </pc:spChg>
        <pc:spChg chg="mod">
          <ac:chgData name="Emmalee Brown" userId="7673b0ea-0d4d-483d-8e6e-8040ac59c51d" providerId="ADAL" clId="{78480BC5-37D2-4970-AC06-409A94A7234E}" dt="2025-09-22T14:52:34.152" v="5815" actId="20577"/>
          <ac:spMkLst>
            <pc:docMk/>
            <pc:sldMk cId="3583719370" sldId="3844"/>
            <ac:spMk id="3" creationId="{3DFE7C13-0B0D-26D5-B284-CD0174F28ADC}"/>
          </ac:spMkLst>
        </pc:spChg>
      </pc:sldChg>
      <pc:sldChg chg="modSp add mod">
        <pc:chgData name="Emmalee Brown" userId="7673b0ea-0d4d-483d-8e6e-8040ac59c51d" providerId="ADAL" clId="{78480BC5-37D2-4970-AC06-409A94A7234E}" dt="2025-09-22T15:46:57.302" v="5958" actId="20577"/>
        <pc:sldMkLst>
          <pc:docMk/>
          <pc:sldMk cId="3014055657" sldId="3845"/>
        </pc:sldMkLst>
        <pc:spChg chg="mod">
          <ac:chgData name="Emmalee Brown" userId="7673b0ea-0d4d-483d-8e6e-8040ac59c51d" providerId="ADAL" clId="{78480BC5-37D2-4970-AC06-409A94A7234E}" dt="2025-09-22T15:46:57.302" v="5958" actId="20577"/>
          <ac:spMkLst>
            <pc:docMk/>
            <pc:sldMk cId="3014055657" sldId="3845"/>
            <ac:spMk id="2" creationId="{FE25A281-0EB5-D9F1-E674-42359426E04B}"/>
          </ac:spMkLst>
        </pc:spChg>
        <pc:spChg chg="mod">
          <ac:chgData name="Emmalee Brown" userId="7673b0ea-0d4d-483d-8e6e-8040ac59c51d" providerId="ADAL" clId="{78480BC5-37D2-4970-AC06-409A94A7234E}" dt="2025-09-22T14:54:12.610" v="5897" actId="20577"/>
          <ac:spMkLst>
            <pc:docMk/>
            <pc:sldMk cId="3014055657" sldId="3845"/>
            <ac:spMk id="3" creationId="{7BB6F8E3-C5B0-EA2D-28F4-2213A254343D}"/>
          </ac:spMkLst>
        </pc:spChg>
      </pc:sldChg>
      <pc:sldChg chg="del">
        <pc:chgData name="Emmalee Brown" userId="7673b0ea-0d4d-483d-8e6e-8040ac59c51d" providerId="ADAL" clId="{78480BC5-37D2-4970-AC06-409A94A7234E}" dt="2025-09-25T20:04:59.521" v="6932" actId="47"/>
        <pc:sldMkLst>
          <pc:docMk/>
          <pc:sldMk cId="3439393286" sldId="3848"/>
        </pc:sldMkLst>
      </pc:sldChg>
      <pc:sldChg chg="modSp mod modNotesTx">
        <pc:chgData name="Emmalee Brown" userId="7673b0ea-0d4d-483d-8e6e-8040ac59c51d" providerId="ADAL" clId="{78480BC5-37D2-4970-AC06-409A94A7234E}" dt="2025-09-25T20:08:05.554" v="6949" actId="20577"/>
        <pc:sldMkLst>
          <pc:docMk/>
          <pc:sldMk cId="436070" sldId="3850"/>
        </pc:sldMkLst>
        <pc:graphicFrameChg chg="mod modGraphic">
          <ac:chgData name="Emmalee Brown" userId="7673b0ea-0d4d-483d-8e6e-8040ac59c51d" providerId="ADAL" clId="{78480BC5-37D2-4970-AC06-409A94A7234E}" dt="2025-09-25T14:55:48.834" v="6913" actId="207"/>
          <ac:graphicFrameMkLst>
            <pc:docMk/>
            <pc:sldMk cId="436070" sldId="3850"/>
            <ac:graphicFrameMk id="4" creationId="{E699F148-8DEF-B97B-3C48-6CE1E73687E9}"/>
          </ac:graphicFrameMkLst>
        </pc:graphicFrameChg>
      </pc:sldChg>
    </pc:docChg>
  </pc:docChgLst>
  <pc:docChgLst>
    <pc:chgData name="Emmalee Brown" userId="S::ebrown@aeronix.com::7673b0ea-0d4d-483d-8e6e-8040ac59c51d" providerId="AD" clId="Web-{DBC3E621-61C9-3E46-897E-A7DE81D8DA5C}"/>
    <pc:docChg chg="modSld delSection">
      <pc:chgData name="Emmalee Brown" userId="S::ebrown@aeronix.com::7673b0ea-0d4d-483d-8e6e-8040ac59c51d" providerId="AD" clId="Web-{DBC3E621-61C9-3E46-897E-A7DE81D8DA5C}" dt="2025-09-04T13:35:09.758" v="466" actId="20577"/>
      <pc:docMkLst>
        <pc:docMk/>
      </pc:docMkLst>
      <pc:sldChg chg="modSp">
        <pc:chgData name="Emmalee Brown" userId="S::ebrown@aeronix.com::7673b0ea-0d4d-483d-8e6e-8040ac59c51d" providerId="AD" clId="Web-{DBC3E621-61C9-3E46-897E-A7DE81D8DA5C}" dt="2025-09-04T13:34:28.149" v="458" actId="20577"/>
        <pc:sldMkLst>
          <pc:docMk/>
          <pc:sldMk cId="808125805" sldId="3828"/>
        </pc:sldMkLst>
        <pc:spChg chg="mod">
          <ac:chgData name="Emmalee Brown" userId="S::ebrown@aeronix.com::7673b0ea-0d4d-483d-8e6e-8040ac59c51d" providerId="AD" clId="Web-{DBC3E621-61C9-3E46-897E-A7DE81D8DA5C}" dt="2025-09-04T13:34:28.149" v="458" actId="20577"/>
          <ac:spMkLst>
            <pc:docMk/>
            <pc:sldMk cId="808125805" sldId="3828"/>
            <ac:spMk id="4" creationId="{D013F85F-C7AA-4D4B-7FBB-682604B0E39A}"/>
          </ac:spMkLst>
        </pc:spChg>
      </pc:sldChg>
      <pc:sldChg chg="modSp">
        <pc:chgData name="Emmalee Brown" userId="S::ebrown@aeronix.com::7673b0ea-0d4d-483d-8e6e-8040ac59c51d" providerId="AD" clId="Web-{DBC3E621-61C9-3E46-897E-A7DE81D8DA5C}" dt="2025-09-04T13:34:37.227" v="463" actId="20577"/>
        <pc:sldMkLst>
          <pc:docMk/>
          <pc:sldMk cId="518952494" sldId="3829"/>
        </pc:sldMkLst>
        <pc:spChg chg="mod">
          <ac:chgData name="Emmalee Brown" userId="S::ebrown@aeronix.com::7673b0ea-0d4d-483d-8e6e-8040ac59c51d" providerId="AD" clId="Web-{DBC3E621-61C9-3E46-897E-A7DE81D8DA5C}" dt="2025-09-04T13:34:37.227" v="463" actId="20577"/>
          <ac:spMkLst>
            <pc:docMk/>
            <pc:sldMk cId="518952494" sldId="3829"/>
            <ac:spMk id="4" creationId="{D9F6B15E-9670-2C65-3070-86441DD5243E}"/>
          </ac:spMkLst>
        </pc:spChg>
      </pc:sldChg>
      <pc:sldChg chg="modSp">
        <pc:chgData name="Emmalee Brown" userId="S::ebrown@aeronix.com::7673b0ea-0d4d-483d-8e6e-8040ac59c51d" providerId="AD" clId="Web-{DBC3E621-61C9-3E46-897E-A7DE81D8DA5C}" dt="2025-09-04T13:22:01.383" v="234" actId="20577"/>
        <pc:sldMkLst>
          <pc:docMk/>
          <pc:sldMk cId="1564086234" sldId="3831"/>
        </pc:sldMkLst>
      </pc:sldChg>
      <pc:sldChg chg="modSp">
        <pc:chgData name="Emmalee Brown" userId="S::ebrown@aeronix.com::7673b0ea-0d4d-483d-8e6e-8040ac59c51d" providerId="AD" clId="Web-{DBC3E621-61C9-3E46-897E-A7DE81D8DA5C}" dt="2025-09-04T13:21:42.054" v="229" actId="20577"/>
        <pc:sldMkLst>
          <pc:docMk/>
          <pc:sldMk cId="2005274610" sldId="3832"/>
        </pc:sldMkLst>
        <pc:spChg chg="mod">
          <ac:chgData name="Emmalee Brown" userId="S::ebrown@aeronix.com::7673b0ea-0d4d-483d-8e6e-8040ac59c51d" providerId="AD" clId="Web-{DBC3E621-61C9-3E46-897E-A7DE81D8DA5C}" dt="2025-09-04T13:21:42.054" v="229" actId="20577"/>
          <ac:spMkLst>
            <pc:docMk/>
            <pc:sldMk cId="2005274610" sldId="3832"/>
            <ac:spMk id="4" creationId="{006CDBFA-8692-0095-B550-9B7EDCE95696}"/>
          </ac:spMkLst>
        </pc:spChg>
      </pc:sldChg>
      <pc:sldChg chg="modSp">
        <pc:chgData name="Emmalee Brown" userId="S::ebrown@aeronix.com::7673b0ea-0d4d-483d-8e6e-8040ac59c51d" providerId="AD" clId="Web-{DBC3E621-61C9-3E46-897E-A7DE81D8DA5C}" dt="2025-09-04T13:35:09.758" v="466" actId="20577"/>
        <pc:sldMkLst>
          <pc:docMk/>
          <pc:sldMk cId="2613187431" sldId="3834"/>
        </pc:sldMkLst>
        <pc:spChg chg="mod">
          <ac:chgData name="Emmalee Brown" userId="S::ebrown@aeronix.com::7673b0ea-0d4d-483d-8e6e-8040ac59c51d" providerId="AD" clId="Web-{DBC3E621-61C9-3E46-897E-A7DE81D8DA5C}" dt="2025-09-04T13:15:44.367" v="14" actId="20577"/>
          <ac:spMkLst>
            <pc:docMk/>
            <pc:sldMk cId="2613187431" sldId="3834"/>
            <ac:spMk id="3" creationId="{70792AD2-ADD0-1E8B-B732-FF9742652351}"/>
          </ac:spMkLst>
        </pc:spChg>
        <pc:spChg chg="mod">
          <ac:chgData name="Emmalee Brown" userId="S::ebrown@aeronix.com::7673b0ea-0d4d-483d-8e6e-8040ac59c51d" providerId="AD" clId="Web-{DBC3E621-61C9-3E46-897E-A7DE81D8DA5C}" dt="2025-09-04T13:35:09.758" v="466" actId="20577"/>
          <ac:spMkLst>
            <pc:docMk/>
            <pc:sldMk cId="2613187431" sldId="3834"/>
            <ac:spMk id="4" creationId="{077B81BB-2E67-F95D-F399-36B4DFEE54A3}"/>
          </ac:spMkLst>
        </pc:spChg>
      </pc:sldChg>
    </pc:docChg>
  </pc:docChgLst>
  <pc:docChgLst>
    <pc:chgData name="Emmalee Brown" userId="7673b0ea-0d4d-483d-8e6e-8040ac59c51d" providerId="ADAL" clId="{196BD769-E946-4D95-9776-79F9375F55DB}"/>
    <pc:docChg chg="undo custSel addSld delSld modSld sldOrd modSection">
      <pc:chgData name="Emmalee Brown" userId="7673b0ea-0d4d-483d-8e6e-8040ac59c51d" providerId="ADAL" clId="{196BD769-E946-4D95-9776-79F9375F55DB}" dt="2025-09-04T13:06:26.956" v="2040" actId="20577"/>
      <pc:docMkLst>
        <pc:docMk/>
      </pc:docMkLst>
      <pc:sldChg chg="modSp mod">
        <pc:chgData name="Emmalee Brown" userId="7673b0ea-0d4d-483d-8e6e-8040ac59c51d" providerId="ADAL" clId="{196BD769-E946-4D95-9776-79F9375F55DB}" dt="2025-09-03T13:05:26.069" v="703" actId="20577"/>
        <pc:sldMkLst>
          <pc:docMk/>
          <pc:sldMk cId="1747055951" sldId="940"/>
        </pc:sldMkLst>
        <pc:spChg chg="mod">
          <ac:chgData name="Emmalee Brown" userId="7673b0ea-0d4d-483d-8e6e-8040ac59c51d" providerId="ADAL" clId="{196BD769-E946-4D95-9776-79F9375F55DB}" dt="2025-09-03T13:05:26.069" v="703" actId="20577"/>
          <ac:spMkLst>
            <pc:docMk/>
            <pc:sldMk cId="1747055951" sldId="940"/>
            <ac:spMk id="4" creationId="{3BE01761-FCCE-8FBE-F1CA-580398D25088}"/>
          </ac:spMkLst>
        </pc:spChg>
      </pc:sldChg>
      <pc:sldChg chg="del">
        <pc:chgData name="Emmalee Brown" userId="7673b0ea-0d4d-483d-8e6e-8040ac59c51d" providerId="ADAL" clId="{196BD769-E946-4D95-9776-79F9375F55DB}" dt="2025-09-04T13:06:10.065" v="2017" actId="47"/>
        <pc:sldMkLst>
          <pc:docMk/>
          <pc:sldMk cId="2527746199" sldId="3652"/>
        </pc:sldMkLst>
      </pc:sldChg>
      <pc:sldChg chg="del">
        <pc:chgData name="Emmalee Brown" userId="7673b0ea-0d4d-483d-8e6e-8040ac59c51d" providerId="ADAL" clId="{196BD769-E946-4D95-9776-79F9375F55DB}" dt="2025-09-04T13:06:08.049" v="2008" actId="47"/>
        <pc:sldMkLst>
          <pc:docMk/>
          <pc:sldMk cId="3970580978" sldId="3672"/>
        </pc:sldMkLst>
      </pc:sldChg>
      <pc:sldChg chg="del">
        <pc:chgData name="Emmalee Brown" userId="7673b0ea-0d4d-483d-8e6e-8040ac59c51d" providerId="ADAL" clId="{196BD769-E946-4D95-9776-79F9375F55DB}" dt="2025-09-04T13:06:07.323" v="2005" actId="47"/>
        <pc:sldMkLst>
          <pc:docMk/>
          <pc:sldMk cId="927404584" sldId="3675"/>
        </pc:sldMkLst>
      </pc:sldChg>
      <pc:sldChg chg="del">
        <pc:chgData name="Emmalee Brown" userId="7673b0ea-0d4d-483d-8e6e-8040ac59c51d" providerId="ADAL" clId="{196BD769-E946-4D95-9776-79F9375F55DB}" dt="2025-09-04T13:06:08.997" v="2012" actId="47"/>
        <pc:sldMkLst>
          <pc:docMk/>
          <pc:sldMk cId="756003199" sldId="3682"/>
        </pc:sldMkLst>
      </pc:sldChg>
      <pc:sldChg chg="del">
        <pc:chgData name="Emmalee Brown" userId="7673b0ea-0d4d-483d-8e6e-8040ac59c51d" providerId="ADAL" clId="{196BD769-E946-4D95-9776-79F9375F55DB}" dt="2025-09-04T13:06:08.327" v="2009" actId="47"/>
        <pc:sldMkLst>
          <pc:docMk/>
          <pc:sldMk cId="3336195200" sldId="3697"/>
        </pc:sldMkLst>
      </pc:sldChg>
      <pc:sldChg chg="del">
        <pc:chgData name="Emmalee Brown" userId="7673b0ea-0d4d-483d-8e6e-8040ac59c51d" providerId="ADAL" clId="{196BD769-E946-4D95-9776-79F9375F55DB}" dt="2025-09-04T13:06:07.857" v="2007" actId="47"/>
        <pc:sldMkLst>
          <pc:docMk/>
          <pc:sldMk cId="2515841751" sldId="3698"/>
        </pc:sldMkLst>
      </pc:sldChg>
      <pc:sldChg chg="del">
        <pc:chgData name="Emmalee Brown" userId="7673b0ea-0d4d-483d-8e6e-8040ac59c51d" providerId="ADAL" clId="{196BD769-E946-4D95-9776-79F9375F55DB}" dt="2025-09-04T13:06:09.401" v="2014" actId="47"/>
        <pc:sldMkLst>
          <pc:docMk/>
          <pc:sldMk cId="1513094160" sldId="3700"/>
        </pc:sldMkLst>
      </pc:sldChg>
      <pc:sldChg chg="del">
        <pc:chgData name="Emmalee Brown" userId="7673b0ea-0d4d-483d-8e6e-8040ac59c51d" providerId="ADAL" clId="{196BD769-E946-4D95-9776-79F9375F55DB}" dt="2025-09-04T13:06:11.034" v="2021" actId="47"/>
        <pc:sldMkLst>
          <pc:docMk/>
          <pc:sldMk cId="2213624820" sldId="3704"/>
        </pc:sldMkLst>
      </pc:sldChg>
      <pc:sldChg chg="del">
        <pc:chgData name="Emmalee Brown" userId="7673b0ea-0d4d-483d-8e6e-8040ac59c51d" providerId="ADAL" clId="{196BD769-E946-4D95-9776-79F9375F55DB}" dt="2025-09-04T13:06:09.845" v="2016" actId="47"/>
        <pc:sldMkLst>
          <pc:docMk/>
          <pc:sldMk cId="720036268" sldId="3710"/>
        </pc:sldMkLst>
      </pc:sldChg>
      <pc:sldChg chg="add del">
        <pc:chgData name="Emmalee Brown" userId="7673b0ea-0d4d-483d-8e6e-8040ac59c51d" providerId="ADAL" clId="{196BD769-E946-4D95-9776-79F9375F55DB}" dt="2025-09-04T13:05:59.545" v="1986" actId="47"/>
        <pc:sldMkLst>
          <pc:docMk/>
          <pc:sldMk cId="2956023685" sldId="3729"/>
        </pc:sldMkLst>
      </pc:sldChg>
      <pc:sldChg chg="del">
        <pc:chgData name="Emmalee Brown" userId="7673b0ea-0d4d-483d-8e6e-8040ac59c51d" providerId="ADAL" clId="{196BD769-E946-4D95-9776-79F9375F55DB}" dt="2025-09-04T13:06:01.654" v="1988" actId="47"/>
        <pc:sldMkLst>
          <pc:docMk/>
          <pc:sldMk cId="2810667389" sldId="3731"/>
        </pc:sldMkLst>
      </pc:sldChg>
      <pc:sldChg chg="del">
        <pc:chgData name="Emmalee Brown" userId="7673b0ea-0d4d-483d-8e6e-8040ac59c51d" providerId="ADAL" clId="{196BD769-E946-4D95-9776-79F9375F55DB}" dt="2025-09-04T13:06:09.211" v="2013" actId="47"/>
        <pc:sldMkLst>
          <pc:docMk/>
          <pc:sldMk cId="2046632409" sldId="3732"/>
        </pc:sldMkLst>
      </pc:sldChg>
      <pc:sldChg chg="del">
        <pc:chgData name="Emmalee Brown" userId="7673b0ea-0d4d-483d-8e6e-8040ac59c51d" providerId="ADAL" clId="{196BD769-E946-4D95-9776-79F9375F55DB}" dt="2025-09-04T13:06:10.319" v="2018" actId="47"/>
        <pc:sldMkLst>
          <pc:docMk/>
          <pc:sldMk cId="3065761456" sldId="3733"/>
        </pc:sldMkLst>
      </pc:sldChg>
      <pc:sldChg chg="del">
        <pc:chgData name="Emmalee Brown" userId="7673b0ea-0d4d-483d-8e6e-8040ac59c51d" providerId="ADAL" clId="{196BD769-E946-4D95-9776-79F9375F55DB}" dt="2025-09-04T13:06:10.570" v="2019" actId="47"/>
        <pc:sldMkLst>
          <pc:docMk/>
          <pc:sldMk cId="1270913597" sldId="3734"/>
        </pc:sldMkLst>
      </pc:sldChg>
      <pc:sldChg chg="del">
        <pc:chgData name="Emmalee Brown" userId="7673b0ea-0d4d-483d-8e6e-8040ac59c51d" providerId="ADAL" clId="{196BD769-E946-4D95-9776-79F9375F55DB}" dt="2025-09-04T13:06:10.795" v="2020" actId="47"/>
        <pc:sldMkLst>
          <pc:docMk/>
          <pc:sldMk cId="2788069887" sldId="3736"/>
        </pc:sldMkLst>
      </pc:sldChg>
      <pc:sldChg chg="del">
        <pc:chgData name="Emmalee Brown" userId="7673b0ea-0d4d-483d-8e6e-8040ac59c51d" providerId="ADAL" clId="{196BD769-E946-4D95-9776-79F9375F55DB}" dt="2025-09-04T13:06:09.575" v="2015" actId="47"/>
        <pc:sldMkLst>
          <pc:docMk/>
          <pc:sldMk cId="275194948" sldId="3737"/>
        </pc:sldMkLst>
      </pc:sldChg>
      <pc:sldChg chg="del">
        <pc:chgData name="Emmalee Brown" userId="7673b0ea-0d4d-483d-8e6e-8040ac59c51d" providerId="ADAL" clId="{196BD769-E946-4D95-9776-79F9375F55DB}" dt="2025-09-04T13:06:11.291" v="2022" actId="47"/>
        <pc:sldMkLst>
          <pc:docMk/>
          <pc:sldMk cId="4027570929" sldId="3739"/>
        </pc:sldMkLst>
      </pc:sldChg>
      <pc:sldChg chg="del">
        <pc:chgData name="Emmalee Brown" userId="7673b0ea-0d4d-483d-8e6e-8040ac59c51d" providerId="ADAL" clId="{196BD769-E946-4D95-9776-79F9375F55DB}" dt="2025-09-04T13:06:11.486" v="2023" actId="47"/>
        <pc:sldMkLst>
          <pc:docMk/>
          <pc:sldMk cId="4064687191" sldId="3741"/>
        </pc:sldMkLst>
      </pc:sldChg>
      <pc:sldChg chg="del">
        <pc:chgData name="Emmalee Brown" userId="7673b0ea-0d4d-483d-8e6e-8040ac59c51d" providerId="ADAL" clId="{196BD769-E946-4D95-9776-79F9375F55DB}" dt="2025-09-04T13:06:11.735" v="2024" actId="47"/>
        <pc:sldMkLst>
          <pc:docMk/>
          <pc:sldMk cId="1368309416" sldId="3743"/>
        </pc:sldMkLst>
      </pc:sldChg>
      <pc:sldChg chg="del">
        <pc:chgData name="Emmalee Brown" userId="7673b0ea-0d4d-483d-8e6e-8040ac59c51d" providerId="ADAL" clId="{196BD769-E946-4D95-9776-79F9375F55DB}" dt="2025-09-04T13:06:11.919" v="2025" actId="47"/>
        <pc:sldMkLst>
          <pc:docMk/>
          <pc:sldMk cId="1102049554" sldId="3745"/>
        </pc:sldMkLst>
      </pc:sldChg>
      <pc:sldChg chg="del">
        <pc:chgData name="Emmalee Brown" userId="7673b0ea-0d4d-483d-8e6e-8040ac59c51d" providerId="ADAL" clId="{196BD769-E946-4D95-9776-79F9375F55DB}" dt="2025-09-04T13:06:07.573" v="2006" actId="47"/>
        <pc:sldMkLst>
          <pc:docMk/>
          <pc:sldMk cId="2683870832" sldId="3797"/>
        </pc:sldMkLst>
      </pc:sldChg>
      <pc:sldChg chg="del">
        <pc:chgData name="Emmalee Brown" userId="7673b0ea-0d4d-483d-8e6e-8040ac59c51d" providerId="ADAL" clId="{196BD769-E946-4D95-9776-79F9375F55DB}" dt="2025-09-04T13:06:00.752" v="1987" actId="47"/>
        <pc:sldMkLst>
          <pc:docMk/>
          <pc:sldMk cId="3142040216" sldId="3798"/>
        </pc:sldMkLst>
      </pc:sldChg>
      <pc:sldChg chg="del">
        <pc:chgData name="Emmalee Brown" userId="7673b0ea-0d4d-483d-8e6e-8040ac59c51d" providerId="ADAL" clId="{196BD769-E946-4D95-9776-79F9375F55DB}" dt="2025-09-04T13:06:12.357" v="2027" actId="47"/>
        <pc:sldMkLst>
          <pc:docMk/>
          <pc:sldMk cId="4058036815" sldId="3799"/>
        </pc:sldMkLst>
      </pc:sldChg>
      <pc:sldChg chg="del">
        <pc:chgData name="Emmalee Brown" userId="7673b0ea-0d4d-483d-8e6e-8040ac59c51d" providerId="ADAL" clId="{196BD769-E946-4D95-9776-79F9375F55DB}" dt="2025-09-04T13:06:13.636" v="2033" actId="47"/>
        <pc:sldMkLst>
          <pc:docMk/>
          <pc:sldMk cId="1855283159" sldId="3800"/>
        </pc:sldMkLst>
      </pc:sldChg>
      <pc:sldChg chg="del">
        <pc:chgData name="Emmalee Brown" userId="7673b0ea-0d4d-483d-8e6e-8040ac59c51d" providerId="ADAL" clId="{196BD769-E946-4D95-9776-79F9375F55DB}" dt="2025-09-04T13:06:08.579" v="2010" actId="47"/>
        <pc:sldMkLst>
          <pc:docMk/>
          <pc:sldMk cId="4144878370" sldId="3803"/>
        </pc:sldMkLst>
      </pc:sldChg>
      <pc:sldChg chg="del">
        <pc:chgData name="Emmalee Brown" userId="7673b0ea-0d4d-483d-8e6e-8040ac59c51d" providerId="ADAL" clId="{196BD769-E946-4D95-9776-79F9375F55DB}" dt="2025-09-04T13:06:08.767" v="2011" actId="47"/>
        <pc:sldMkLst>
          <pc:docMk/>
          <pc:sldMk cId="1283117987" sldId="3804"/>
        </pc:sldMkLst>
      </pc:sldChg>
      <pc:sldChg chg="del">
        <pc:chgData name="Emmalee Brown" userId="7673b0ea-0d4d-483d-8e6e-8040ac59c51d" providerId="ADAL" clId="{196BD769-E946-4D95-9776-79F9375F55DB}" dt="2025-09-04T13:06:12.141" v="2026" actId="47"/>
        <pc:sldMkLst>
          <pc:docMk/>
          <pc:sldMk cId="3392864142" sldId="3805"/>
        </pc:sldMkLst>
      </pc:sldChg>
      <pc:sldChg chg="del">
        <pc:chgData name="Emmalee Brown" userId="7673b0ea-0d4d-483d-8e6e-8040ac59c51d" providerId="ADAL" clId="{196BD769-E946-4D95-9776-79F9375F55DB}" dt="2025-09-04T13:06:12.581" v="2028" actId="47"/>
        <pc:sldMkLst>
          <pc:docMk/>
          <pc:sldMk cId="1105292872" sldId="3806"/>
        </pc:sldMkLst>
      </pc:sldChg>
      <pc:sldChg chg="del">
        <pc:chgData name="Emmalee Brown" userId="7673b0ea-0d4d-483d-8e6e-8040ac59c51d" providerId="ADAL" clId="{196BD769-E946-4D95-9776-79F9375F55DB}" dt="2025-09-04T13:06:12.793" v="2029" actId="47"/>
        <pc:sldMkLst>
          <pc:docMk/>
          <pc:sldMk cId="4010163275" sldId="3807"/>
        </pc:sldMkLst>
      </pc:sldChg>
      <pc:sldChg chg="del">
        <pc:chgData name="Emmalee Brown" userId="7673b0ea-0d4d-483d-8e6e-8040ac59c51d" providerId="ADAL" clId="{196BD769-E946-4D95-9776-79F9375F55DB}" dt="2025-09-04T13:06:13.003" v="2030" actId="47"/>
        <pc:sldMkLst>
          <pc:docMk/>
          <pc:sldMk cId="2085443346" sldId="3808"/>
        </pc:sldMkLst>
      </pc:sldChg>
      <pc:sldChg chg="del">
        <pc:chgData name="Emmalee Brown" userId="7673b0ea-0d4d-483d-8e6e-8040ac59c51d" providerId="ADAL" clId="{196BD769-E946-4D95-9776-79F9375F55DB}" dt="2025-09-04T13:06:13.434" v="2032" actId="47"/>
        <pc:sldMkLst>
          <pc:docMk/>
          <pc:sldMk cId="3668066753" sldId="3809"/>
        </pc:sldMkLst>
      </pc:sldChg>
      <pc:sldChg chg="del">
        <pc:chgData name="Emmalee Brown" userId="7673b0ea-0d4d-483d-8e6e-8040ac59c51d" providerId="ADAL" clId="{196BD769-E946-4D95-9776-79F9375F55DB}" dt="2025-09-04T13:06:13.206" v="2031" actId="47"/>
        <pc:sldMkLst>
          <pc:docMk/>
          <pc:sldMk cId="2769341385" sldId="3810"/>
        </pc:sldMkLst>
      </pc:sldChg>
      <pc:sldChg chg="addSp delSp modSp mod">
        <pc:chgData name="Emmalee Brown" userId="7673b0ea-0d4d-483d-8e6e-8040ac59c51d" providerId="ADAL" clId="{196BD769-E946-4D95-9776-79F9375F55DB}" dt="2025-09-02T18:13:03.226" v="486"/>
        <pc:sldMkLst>
          <pc:docMk/>
          <pc:sldMk cId="791397884" sldId="3811"/>
        </pc:sldMkLst>
        <pc:spChg chg="mod">
          <ac:chgData name="Emmalee Brown" userId="7673b0ea-0d4d-483d-8e6e-8040ac59c51d" providerId="ADAL" clId="{196BD769-E946-4D95-9776-79F9375F55DB}" dt="2025-09-02T18:12:12.416" v="423" actId="20577"/>
          <ac:spMkLst>
            <pc:docMk/>
            <pc:sldMk cId="791397884" sldId="3811"/>
            <ac:spMk id="2" creationId="{6C291341-6C24-B418-EDA1-9958E8359462}"/>
          </ac:spMkLst>
        </pc:spChg>
        <pc:spChg chg="add mod">
          <ac:chgData name="Emmalee Brown" userId="7673b0ea-0d4d-483d-8e6e-8040ac59c51d" providerId="ADAL" clId="{196BD769-E946-4D95-9776-79F9375F55DB}" dt="2025-09-02T18:09:34.308" v="217" actId="404"/>
          <ac:spMkLst>
            <pc:docMk/>
            <pc:sldMk cId="791397884" sldId="3811"/>
            <ac:spMk id="5" creationId="{8338DA44-72E3-73E3-C9A2-74E3F5D7D54B}"/>
          </ac:spMkLst>
        </pc:spChg>
        <pc:spChg chg="add mod">
          <ac:chgData name="Emmalee Brown" userId="7673b0ea-0d4d-483d-8e6e-8040ac59c51d" providerId="ADAL" clId="{196BD769-E946-4D95-9776-79F9375F55DB}" dt="2025-09-02T18:09:30.992" v="216" actId="404"/>
          <ac:spMkLst>
            <pc:docMk/>
            <pc:sldMk cId="791397884" sldId="3811"/>
            <ac:spMk id="6" creationId="{DCB1CAED-1591-4697-3329-E7A719358668}"/>
          </ac:spMkLst>
        </pc:spChg>
        <pc:spChg chg="add mod">
          <ac:chgData name="Emmalee Brown" userId="7673b0ea-0d4d-483d-8e6e-8040ac59c51d" providerId="ADAL" clId="{196BD769-E946-4D95-9776-79F9375F55DB}" dt="2025-09-02T18:11:42.752" v="382" actId="404"/>
          <ac:spMkLst>
            <pc:docMk/>
            <pc:sldMk cId="791397884" sldId="3811"/>
            <ac:spMk id="10" creationId="{89946098-F69F-8FD7-85BE-919BDD1AA87C}"/>
          </ac:spMkLst>
        </pc:spChg>
        <pc:spChg chg="add mod">
          <ac:chgData name="Emmalee Brown" userId="7673b0ea-0d4d-483d-8e6e-8040ac59c51d" providerId="ADAL" clId="{196BD769-E946-4D95-9776-79F9375F55DB}" dt="2025-09-02T18:11:50.525" v="383" actId="404"/>
          <ac:spMkLst>
            <pc:docMk/>
            <pc:sldMk cId="791397884" sldId="3811"/>
            <ac:spMk id="11" creationId="{995ACE2F-21AD-E803-E299-473D6A953164}"/>
          </ac:spMkLst>
        </pc:spChg>
        <pc:spChg chg="add mod">
          <ac:chgData name="Emmalee Brown" userId="7673b0ea-0d4d-483d-8e6e-8040ac59c51d" providerId="ADAL" clId="{196BD769-E946-4D95-9776-79F9375F55DB}" dt="2025-09-02T18:11:58.223" v="386" actId="404"/>
          <ac:spMkLst>
            <pc:docMk/>
            <pc:sldMk cId="791397884" sldId="3811"/>
            <ac:spMk id="12" creationId="{960132FA-F57F-28AF-C1F2-8D654982D012}"/>
          </ac:spMkLst>
        </pc:spChg>
        <pc:picChg chg="add mod">
          <ac:chgData name="Emmalee Brown" userId="7673b0ea-0d4d-483d-8e6e-8040ac59c51d" providerId="ADAL" clId="{196BD769-E946-4D95-9776-79F9375F55DB}" dt="2025-09-02T18:08:02.745" v="146" actId="1076"/>
          <ac:picMkLst>
            <pc:docMk/>
            <pc:sldMk cId="791397884" sldId="3811"/>
            <ac:picMk id="1028" creationId="{E8B3B985-4E8D-533B-1DBC-8EF2DD036ED0}"/>
          </ac:picMkLst>
        </pc:picChg>
        <pc:picChg chg="add mod">
          <ac:chgData name="Emmalee Brown" userId="7673b0ea-0d4d-483d-8e6e-8040ac59c51d" providerId="ADAL" clId="{196BD769-E946-4D95-9776-79F9375F55DB}" dt="2025-09-02T18:08:43.322" v="160" actId="1076"/>
          <ac:picMkLst>
            <pc:docMk/>
            <pc:sldMk cId="791397884" sldId="3811"/>
            <ac:picMk id="1030" creationId="{B4259CCE-9CD4-7F78-B796-FC54D4C6E2F5}"/>
          </ac:picMkLst>
        </pc:picChg>
        <pc:picChg chg="add mod">
          <ac:chgData name="Emmalee Brown" userId="7673b0ea-0d4d-483d-8e6e-8040ac59c51d" providerId="ADAL" clId="{196BD769-E946-4D95-9776-79F9375F55DB}" dt="2025-09-02T18:08:04.193" v="147" actId="1076"/>
          <ac:picMkLst>
            <pc:docMk/>
            <pc:sldMk cId="791397884" sldId="3811"/>
            <ac:picMk id="1032" creationId="{82EA43E4-5312-31D6-DD83-ED21A2F31BDB}"/>
          </ac:picMkLst>
        </pc:picChg>
      </pc:sldChg>
      <pc:sldChg chg="del">
        <pc:chgData name="Emmalee Brown" userId="7673b0ea-0d4d-483d-8e6e-8040ac59c51d" providerId="ADAL" clId="{196BD769-E946-4D95-9776-79F9375F55DB}" dt="2025-09-04T13:06:02.932" v="1990" actId="47"/>
        <pc:sldMkLst>
          <pc:docMk/>
          <pc:sldMk cId="2062050623" sldId="3812"/>
        </pc:sldMkLst>
      </pc:sldChg>
      <pc:sldChg chg="del">
        <pc:chgData name="Emmalee Brown" userId="7673b0ea-0d4d-483d-8e6e-8040ac59c51d" providerId="ADAL" clId="{196BD769-E946-4D95-9776-79F9375F55DB}" dt="2025-09-04T13:06:03.595" v="1991" actId="47"/>
        <pc:sldMkLst>
          <pc:docMk/>
          <pc:sldMk cId="847696544" sldId="3813"/>
        </pc:sldMkLst>
      </pc:sldChg>
      <pc:sldChg chg="del">
        <pc:chgData name="Emmalee Brown" userId="7673b0ea-0d4d-483d-8e6e-8040ac59c51d" providerId="ADAL" clId="{196BD769-E946-4D95-9776-79F9375F55DB}" dt="2025-09-04T13:06:02.311" v="1989" actId="47"/>
        <pc:sldMkLst>
          <pc:docMk/>
          <pc:sldMk cId="1080641381" sldId="3814"/>
        </pc:sldMkLst>
      </pc:sldChg>
      <pc:sldChg chg="del">
        <pc:chgData name="Emmalee Brown" userId="7673b0ea-0d4d-483d-8e6e-8040ac59c51d" providerId="ADAL" clId="{196BD769-E946-4D95-9776-79F9375F55DB}" dt="2025-09-04T13:06:04" v="1992" actId="47"/>
        <pc:sldMkLst>
          <pc:docMk/>
          <pc:sldMk cId="10759234" sldId="3815"/>
        </pc:sldMkLst>
      </pc:sldChg>
      <pc:sldChg chg="del">
        <pc:chgData name="Emmalee Brown" userId="7673b0ea-0d4d-483d-8e6e-8040ac59c51d" providerId="ADAL" clId="{196BD769-E946-4D95-9776-79F9375F55DB}" dt="2025-09-04T13:06:04.471" v="1993" actId="47"/>
        <pc:sldMkLst>
          <pc:docMk/>
          <pc:sldMk cId="3190278455" sldId="3816"/>
        </pc:sldMkLst>
      </pc:sldChg>
      <pc:sldChg chg="del">
        <pc:chgData name="Emmalee Brown" userId="7673b0ea-0d4d-483d-8e6e-8040ac59c51d" providerId="ADAL" clId="{196BD769-E946-4D95-9776-79F9375F55DB}" dt="2025-09-04T13:06:04.769" v="1994" actId="47"/>
        <pc:sldMkLst>
          <pc:docMk/>
          <pc:sldMk cId="158000314" sldId="3817"/>
        </pc:sldMkLst>
      </pc:sldChg>
      <pc:sldChg chg="del">
        <pc:chgData name="Emmalee Brown" userId="7673b0ea-0d4d-483d-8e6e-8040ac59c51d" providerId="ADAL" clId="{196BD769-E946-4D95-9776-79F9375F55DB}" dt="2025-09-04T13:06:05.310" v="1996" actId="47"/>
        <pc:sldMkLst>
          <pc:docMk/>
          <pc:sldMk cId="3684023452" sldId="3818"/>
        </pc:sldMkLst>
      </pc:sldChg>
      <pc:sldChg chg="del">
        <pc:chgData name="Emmalee Brown" userId="7673b0ea-0d4d-483d-8e6e-8040ac59c51d" providerId="ADAL" clId="{196BD769-E946-4D95-9776-79F9375F55DB}" dt="2025-09-04T13:06:05.564" v="1997" actId="47"/>
        <pc:sldMkLst>
          <pc:docMk/>
          <pc:sldMk cId="2902516872" sldId="3819"/>
        </pc:sldMkLst>
      </pc:sldChg>
      <pc:sldChg chg="del">
        <pc:chgData name="Emmalee Brown" userId="7673b0ea-0d4d-483d-8e6e-8040ac59c51d" providerId="ADAL" clId="{196BD769-E946-4D95-9776-79F9375F55DB}" dt="2025-09-04T13:06:05.789" v="1998" actId="47"/>
        <pc:sldMkLst>
          <pc:docMk/>
          <pc:sldMk cId="3730317199" sldId="3820"/>
        </pc:sldMkLst>
      </pc:sldChg>
      <pc:sldChg chg="del">
        <pc:chgData name="Emmalee Brown" userId="7673b0ea-0d4d-483d-8e6e-8040ac59c51d" providerId="ADAL" clId="{196BD769-E946-4D95-9776-79F9375F55DB}" dt="2025-09-04T13:06:06.038" v="1999" actId="47"/>
        <pc:sldMkLst>
          <pc:docMk/>
          <pc:sldMk cId="1063438973" sldId="3821"/>
        </pc:sldMkLst>
      </pc:sldChg>
      <pc:sldChg chg="del">
        <pc:chgData name="Emmalee Brown" userId="7673b0ea-0d4d-483d-8e6e-8040ac59c51d" providerId="ADAL" clId="{196BD769-E946-4D95-9776-79F9375F55DB}" dt="2025-09-04T13:06:06.268" v="2000" actId="47"/>
        <pc:sldMkLst>
          <pc:docMk/>
          <pc:sldMk cId="1943234842" sldId="3822"/>
        </pc:sldMkLst>
      </pc:sldChg>
      <pc:sldChg chg="del">
        <pc:chgData name="Emmalee Brown" userId="7673b0ea-0d4d-483d-8e6e-8040ac59c51d" providerId="ADAL" clId="{196BD769-E946-4D95-9776-79F9375F55DB}" dt="2025-09-04T13:06:06.480" v="2001" actId="47"/>
        <pc:sldMkLst>
          <pc:docMk/>
          <pc:sldMk cId="3191691179" sldId="3823"/>
        </pc:sldMkLst>
      </pc:sldChg>
      <pc:sldChg chg="del">
        <pc:chgData name="Emmalee Brown" userId="7673b0ea-0d4d-483d-8e6e-8040ac59c51d" providerId="ADAL" clId="{196BD769-E946-4D95-9776-79F9375F55DB}" dt="2025-09-04T13:06:06.689" v="2002" actId="47"/>
        <pc:sldMkLst>
          <pc:docMk/>
          <pc:sldMk cId="2534231682" sldId="3824"/>
        </pc:sldMkLst>
      </pc:sldChg>
      <pc:sldChg chg="del">
        <pc:chgData name="Emmalee Brown" userId="7673b0ea-0d4d-483d-8e6e-8040ac59c51d" providerId="ADAL" clId="{196BD769-E946-4D95-9776-79F9375F55DB}" dt="2025-09-04T13:06:06.872" v="2003" actId="47"/>
        <pc:sldMkLst>
          <pc:docMk/>
          <pc:sldMk cId="3915614174" sldId="3825"/>
        </pc:sldMkLst>
      </pc:sldChg>
      <pc:sldChg chg="del">
        <pc:chgData name="Emmalee Brown" userId="7673b0ea-0d4d-483d-8e6e-8040ac59c51d" providerId="ADAL" clId="{196BD769-E946-4D95-9776-79F9375F55DB}" dt="2025-09-04T13:06:07.090" v="2004" actId="47"/>
        <pc:sldMkLst>
          <pc:docMk/>
          <pc:sldMk cId="831491684" sldId="3826"/>
        </pc:sldMkLst>
      </pc:sldChg>
      <pc:sldChg chg="del">
        <pc:chgData name="Emmalee Brown" userId="7673b0ea-0d4d-483d-8e6e-8040ac59c51d" providerId="ADAL" clId="{196BD769-E946-4D95-9776-79F9375F55DB}" dt="2025-09-04T13:06:05.055" v="1995" actId="47"/>
        <pc:sldMkLst>
          <pc:docMk/>
          <pc:sldMk cId="1753946159" sldId="3827"/>
        </pc:sldMkLst>
      </pc:sldChg>
      <pc:sldChg chg="modSp new del mod">
        <pc:chgData name="Emmalee Brown" userId="7673b0ea-0d4d-483d-8e6e-8040ac59c51d" providerId="ADAL" clId="{196BD769-E946-4D95-9776-79F9375F55DB}" dt="2025-09-02T18:13:01.349" v="485" actId="47"/>
        <pc:sldMkLst>
          <pc:docMk/>
          <pc:sldMk cId="364755585" sldId="3828"/>
        </pc:sldMkLst>
      </pc:sldChg>
      <pc:sldChg chg="modSp add mod">
        <pc:chgData name="Emmalee Brown" userId="7673b0ea-0d4d-483d-8e6e-8040ac59c51d" providerId="ADAL" clId="{196BD769-E946-4D95-9776-79F9375F55DB}" dt="2025-09-02T18:55:49.996" v="526" actId="113"/>
        <pc:sldMkLst>
          <pc:docMk/>
          <pc:sldMk cId="808125805" sldId="3828"/>
        </pc:sldMkLst>
        <pc:spChg chg="mod">
          <ac:chgData name="Emmalee Brown" userId="7673b0ea-0d4d-483d-8e6e-8040ac59c51d" providerId="ADAL" clId="{196BD769-E946-4D95-9776-79F9375F55DB}" dt="2025-09-02T18:13:33.504" v="513" actId="20577"/>
          <ac:spMkLst>
            <pc:docMk/>
            <pc:sldMk cId="808125805" sldId="3828"/>
            <ac:spMk id="3" creationId="{7C9E3624-8703-B45C-3795-9AD4A42E3247}"/>
          </ac:spMkLst>
        </pc:spChg>
        <pc:spChg chg="mod">
          <ac:chgData name="Emmalee Brown" userId="7673b0ea-0d4d-483d-8e6e-8040ac59c51d" providerId="ADAL" clId="{196BD769-E946-4D95-9776-79F9375F55DB}" dt="2025-09-02T18:55:49.996" v="526" actId="113"/>
          <ac:spMkLst>
            <pc:docMk/>
            <pc:sldMk cId="808125805" sldId="3828"/>
            <ac:spMk id="4" creationId="{D013F85F-C7AA-4D4B-7FBB-682604B0E39A}"/>
          </ac:spMkLst>
        </pc:spChg>
      </pc:sldChg>
      <pc:sldChg chg="modSp add mod">
        <pc:chgData name="Emmalee Brown" userId="7673b0ea-0d4d-483d-8e6e-8040ac59c51d" providerId="ADAL" clId="{196BD769-E946-4D95-9776-79F9375F55DB}" dt="2025-09-03T20:07:04.726" v="743" actId="20577"/>
        <pc:sldMkLst>
          <pc:docMk/>
          <pc:sldMk cId="518952494" sldId="3829"/>
        </pc:sldMkLst>
        <pc:spChg chg="mod">
          <ac:chgData name="Emmalee Brown" userId="7673b0ea-0d4d-483d-8e6e-8040ac59c51d" providerId="ADAL" clId="{196BD769-E946-4D95-9776-79F9375F55DB}" dt="2025-09-03T20:06:53.356" v="730" actId="20577"/>
          <ac:spMkLst>
            <pc:docMk/>
            <pc:sldMk cId="518952494" sldId="3829"/>
            <ac:spMk id="3" creationId="{28F57B45-C8CA-682B-C0BD-ACC927912C2C}"/>
          </ac:spMkLst>
        </pc:spChg>
        <pc:spChg chg="mod">
          <ac:chgData name="Emmalee Brown" userId="7673b0ea-0d4d-483d-8e6e-8040ac59c51d" providerId="ADAL" clId="{196BD769-E946-4D95-9776-79F9375F55DB}" dt="2025-09-03T20:07:04.726" v="743" actId="20577"/>
          <ac:spMkLst>
            <pc:docMk/>
            <pc:sldMk cId="518952494" sldId="3829"/>
            <ac:spMk id="4" creationId="{D9F6B15E-9670-2C65-3070-86441DD5243E}"/>
          </ac:spMkLst>
        </pc:spChg>
      </pc:sldChg>
      <pc:sldChg chg="new del">
        <pc:chgData name="Emmalee Brown" userId="7673b0ea-0d4d-483d-8e6e-8040ac59c51d" providerId="ADAL" clId="{196BD769-E946-4D95-9776-79F9375F55DB}" dt="2025-09-02T18:56:26.638" v="549" actId="2696"/>
        <pc:sldMkLst>
          <pc:docMk/>
          <pc:sldMk cId="1319876553" sldId="3830"/>
        </pc:sldMkLst>
      </pc:sldChg>
      <pc:sldChg chg="addSp delSp modSp add mod">
        <pc:chgData name="Emmalee Brown" userId="7673b0ea-0d4d-483d-8e6e-8040ac59c51d" providerId="ADAL" clId="{196BD769-E946-4D95-9776-79F9375F55DB}" dt="2025-09-03T19:49:11.553" v="711" actId="20577"/>
        <pc:sldMkLst>
          <pc:docMk/>
          <pc:sldMk cId="2401202044" sldId="3830"/>
        </pc:sldMkLst>
      </pc:sldChg>
      <pc:sldChg chg="new del">
        <pc:chgData name="Emmalee Brown" userId="7673b0ea-0d4d-483d-8e6e-8040ac59c51d" providerId="ADAL" clId="{196BD769-E946-4D95-9776-79F9375F55DB}" dt="2025-09-02T18:56:19.099" v="547" actId="47"/>
        <pc:sldMkLst>
          <pc:docMk/>
          <pc:sldMk cId="3527314594" sldId="3830"/>
        </pc:sldMkLst>
      </pc:sldChg>
      <pc:sldChg chg="new del">
        <pc:chgData name="Emmalee Brown" userId="7673b0ea-0d4d-483d-8e6e-8040ac59c51d" providerId="ADAL" clId="{196BD769-E946-4D95-9776-79F9375F55DB}" dt="2025-09-04T11:52:21.257" v="747" actId="47"/>
        <pc:sldMkLst>
          <pc:docMk/>
          <pc:sldMk cId="921389988" sldId="3831"/>
        </pc:sldMkLst>
      </pc:sldChg>
      <pc:sldChg chg="addSp delSp modSp add mod ord">
        <pc:chgData name="Emmalee Brown" userId="7673b0ea-0d4d-483d-8e6e-8040ac59c51d" providerId="ADAL" clId="{196BD769-E946-4D95-9776-79F9375F55DB}" dt="2025-09-04T12:23:55.551" v="1584" actId="1076"/>
        <pc:sldMkLst>
          <pc:docMk/>
          <pc:sldMk cId="1564086234" sldId="3831"/>
        </pc:sldMkLst>
        <pc:spChg chg="mod">
          <ac:chgData name="Emmalee Brown" userId="7673b0ea-0d4d-483d-8e6e-8040ac59c51d" providerId="ADAL" clId="{196BD769-E946-4D95-9776-79F9375F55DB}" dt="2025-09-04T12:20:57.189" v="1582" actId="1076"/>
          <ac:spMkLst>
            <pc:docMk/>
            <pc:sldMk cId="1564086234" sldId="3831"/>
            <ac:spMk id="3" creationId="{E4CDBC47-77CD-3352-99D2-63CA392DD11D}"/>
          </ac:spMkLst>
        </pc:spChg>
      </pc:sldChg>
      <pc:sldChg chg="addSp delSp modSp add del mod ord">
        <pc:chgData name="Emmalee Brown" userId="7673b0ea-0d4d-483d-8e6e-8040ac59c51d" providerId="ADAL" clId="{196BD769-E946-4D95-9776-79F9375F55DB}" dt="2025-09-04T13:06:17.399" v="2037" actId="47"/>
        <pc:sldMkLst>
          <pc:docMk/>
          <pc:sldMk cId="2005274610" sldId="3832"/>
        </pc:sldMkLst>
        <pc:spChg chg="mod">
          <ac:chgData name="Emmalee Brown" userId="7673b0ea-0d4d-483d-8e6e-8040ac59c51d" providerId="ADAL" clId="{196BD769-E946-4D95-9776-79F9375F55DB}" dt="2025-09-04T12:25:10.556" v="1644" actId="14100"/>
          <ac:spMkLst>
            <pc:docMk/>
            <pc:sldMk cId="2005274610" sldId="3832"/>
            <ac:spMk id="3" creationId="{D5A00963-43C8-0F4E-0E68-409BCF05B4FC}"/>
          </ac:spMkLst>
        </pc:spChg>
        <pc:spChg chg="mod">
          <ac:chgData name="Emmalee Brown" userId="7673b0ea-0d4d-483d-8e6e-8040ac59c51d" providerId="ADAL" clId="{196BD769-E946-4D95-9776-79F9375F55DB}" dt="2025-09-04T12:32:43.484" v="1974" actId="20577"/>
          <ac:spMkLst>
            <pc:docMk/>
            <pc:sldMk cId="2005274610" sldId="3832"/>
            <ac:spMk id="4" creationId="{006CDBFA-8692-0095-B550-9B7EDCE95696}"/>
          </ac:spMkLst>
        </pc:spChg>
      </pc:sldChg>
      <pc:sldChg chg="new del">
        <pc:chgData name="Emmalee Brown" userId="7673b0ea-0d4d-483d-8e6e-8040ac59c51d" providerId="ADAL" clId="{196BD769-E946-4D95-9776-79F9375F55DB}" dt="2025-09-04T12:24:19.916" v="1586" actId="47"/>
        <pc:sldMkLst>
          <pc:docMk/>
          <pc:sldMk cId="4200362749" sldId="3832"/>
        </pc:sldMkLst>
      </pc:sldChg>
      <pc:sldChg chg="modSp add del mod">
        <pc:chgData name="Emmalee Brown" userId="7673b0ea-0d4d-483d-8e6e-8040ac59c51d" providerId="ADAL" clId="{196BD769-E946-4D95-9776-79F9375F55DB}" dt="2025-09-04T13:06:20.301" v="2038" actId="47"/>
        <pc:sldMkLst>
          <pc:docMk/>
          <pc:sldMk cId="1273391253" sldId="3833"/>
        </pc:sldMkLst>
        <pc:spChg chg="mod">
          <ac:chgData name="Emmalee Brown" userId="7673b0ea-0d4d-483d-8e6e-8040ac59c51d" providerId="ADAL" clId="{196BD769-E946-4D95-9776-79F9375F55DB}" dt="2025-09-04T12:39:00.139" v="1985" actId="20577"/>
          <ac:spMkLst>
            <pc:docMk/>
            <pc:sldMk cId="1273391253" sldId="3833"/>
            <ac:spMk id="4" creationId="{CD95F3E6-0968-6728-8BD3-947C1DCAB924}"/>
          </ac:spMkLst>
        </pc:spChg>
      </pc:sldChg>
      <pc:sldChg chg="modSp add del mod">
        <pc:chgData name="Emmalee Brown" userId="7673b0ea-0d4d-483d-8e6e-8040ac59c51d" providerId="ADAL" clId="{196BD769-E946-4D95-9776-79F9375F55DB}" dt="2025-09-04T13:06:26.956" v="2040" actId="20577"/>
        <pc:sldMkLst>
          <pc:docMk/>
          <pc:sldMk cId="2613187431" sldId="3834"/>
        </pc:sldMkLst>
        <pc:spChg chg="mod">
          <ac:chgData name="Emmalee Brown" userId="7673b0ea-0d4d-483d-8e6e-8040ac59c51d" providerId="ADAL" clId="{196BD769-E946-4D95-9776-79F9375F55DB}" dt="2025-09-04T13:06:26.956" v="2040" actId="20577"/>
          <ac:spMkLst>
            <pc:docMk/>
            <pc:sldMk cId="2613187431" sldId="3834"/>
            <ac:spMk id="3" creationId="{70792AD2-ADD0-1E8B-B732-FF9742652351}"/>
          </ac:spMkLst>
        </pc:spChg>
        <pc:spChg chg="mod">
          <ac:chgData name="Emmalee Brown" userId="7673b0ea-0d4d-483d-8e6e-8040ac59c51d" providerId="ADAL" clId="{196BD769-E946-4D95-9776-79F9375F55DB}" dt="2025-09-04T12:33:11.719" v="1978" actId="20577"/>
          <ac:spMkLst>
            <pc:docMk/>
            <pc:sldMk cId="2613187431" sldId="3834"/>
            <ac:spMk id="4" creationId="{077B81BB-2E67-F95D-F399-36B4DFEE54A3}"/>
          </ac:spMkLst>
        </pc:spChg>
      </pc:sldChg>
    </pc:docChg>
  </pc:docChgLst>
  <pc:docChgLst>
    <pc:chgData name="Tony Lleonart" userId="S::tlleonart@aeronix.com::a4f38938-2e89-41a0-a760-064d99d17dee" providerId="AD" clId="Web-{921D6888-75AB-85EE-28EB-7D461212595D}"/>
    <pc:docChg chg="modSld">
      <pc:chgData name="Tony Lleonart" userId="S::tlleonart@aeronix.com::a4f38938-2e89-41a0-a760-064d99d17dee" providerId="AD" clId="Web-{921D6888-75AB-85EE-28EB-7D461212595D}" dt="2025-09-25T15:38:25.978" v="8" actId="20577"/>
      <pc:docMkLst>
        <pc:docMk/>
      </pc:docMkLst>
      <pc:sldChg chg="modSp modCm">
        <pc:chgData name="Tony Lleonart" userId="S::tlleonart@aeronix.com::a4f38938-2e89-41a0-a760-064d99d17dee" providerId="AD" clId="Web-{921D6888-75AB-85EE-28EB-7D461212595D}" dt="2025-09-25T15:38:25.978" v="8" actId="20577"/>
        <pc:sldMkLst>
          <pc:docMk/>
          <pc:sldMk cId="518952494" sldId="3829"/>
        </pc:sldMkLst>
        <pc:spChg chg="mod">
          <ac:chgData name="Tony Lleonart" userId="S::tlleonart@aeronix.com::a4f38938-2e89-41a0-a760-064d99d17dee" providerId="AD" clId="Web-{921D6888-75AB-85EE-28EB-7D461212595D}" dt="2025-09-25T15:38:25.978" v="8" actId="20577"/>
          <ac:spMkLst>
            <pc:docMk/>
            <pc:sldMk cId="518952494" sldId="3829"/>
            <ac:spMk id="2" creationId="{334BC693-D5F4-B5EC-0DB7-0D9B452CD12E}"/>
          </ac:spMkLst>
        </pc:spChg>
        <pc:spChg chg="mod">
          <ac:chgData name="Tony Lleonart" userId="S::tlleonart@aeronix.com::a4f38938-2e89-41a0-a760-064d99d17dee" providerId="AD" clId="Web-{921D6888-75AB-85EE-28EB-7D461212595D}" dt="2025-09-25T15:38:23.493" v="6" actId="20577"/>
          <ac:spMkLst>
            <pc:docMk/>
            <pc:sldMk cId="518952494" sldId="3829"/>
            <ac:spMk id="4" creationId="{D9F6B15E-9670-2C65-3070-86441DD5243E}"/>
          </ac:spMkLst>
        </pc:spChg>
        <pc:extLst>
          <p:ext xmlns:p="http://schemas.openxmlformats.org/presentationml/2006/main" uri="{D6D511B9-2390-475A-947B-AFAB55BFBCF1}">
            <pc226:cmChg xmlns:pc226="http://schemas.microsoft.com/office/powerpoint/2022/06/main/command" chg="mod">
              <pc226:chgData name="Tony Lleonart" userId="S::tlleonart@aeronix.com::a4f38938-2e89-41a0-a760-064d99d17dee" providerId="AD" clId="Web-{921D6888-75AB-85EE-28EB-7D461212595D}" dt="2025-09-25T15:38:21.884" v="5" actId="20577"/>
              <pc2:cmMkLst xmlns:pc2="http://schemas.microsoft.com/office/powerpoint/2019/9/main/command">
                <pc:docMk/>
                <pc:sldMk cId="518952494" sldId="3829"/>
                <pc2:cmMk id="{B4274F94-B614-478E-A72F-2604FE8A57CB}"/>
              </pc2:cmMkLst>
            </pc226:cmChg>
          </p:ext>
        </pc:extLst>
      </pc:sldChg>
      <pc:sldChg chg="modSp">
        <pc:chgData name="Tony Lleonart" userId="S::tlleonart@aeronix.com::a4f38938-2e89-41a0-a760-064d99d17dee" providerId="AD" clId="Web-{921D6888-75AB-85EE-28EB-7D461212595D}" dt="2025-09-25T15:27:46.352" v="2" actId="20577"/>
        <pc:sldMkLst>
          <pc:docMk/>
          <pc:sldMk cId="1409385508" sldId="3846"/>
        </pc:sldMkLst>
        <pc:spChg chg="mod">
          <ac:chgData name="Tony Lleonart" userId="S::tlleonart@aeronix.com::a4f38938-2e89-41a0-a760-064d99d17dee" providerId="AD" clId="Web-{921D6888-75AB-85EE-28EB-7D461212595D}" dt="2025-09-25T15:27:46.352" v="2" actId="20577"/>
          <ac:spMkLst>
            <pc:docMk/>
            <pc:sldMk cId="1409385508" sldId="3846"/>
            <ac:spMk id="3" creationId="{5C99AFDE-822F-6B45-6D0B-BA818AA181E8}"/>
          </ac:spMkLst>
        </pc:spChg>
      </pc:sldChg>
      <pc:sldChg chg="modSp modCm">
        <pc:chgData name="Tony Lleonart" userId="S::tlleonart@aeronix.com::a4f38938-2e89-41a0-a760-064d99d17dee" providerId="AD" clId="Web-{921D6888-75AB-85EE-28EB-7D461212595D}" dt="2025-09-25T15:33:23.446" v="4" actId="20577"/>
        <pc:sldMkLst>
          <pc:docMk/>
          <pc:sldMk cId="509098386" sldId="3847"/>
        </pc:sldMkLst>
        <pc:spChg chg="mod">
          <ac:chgData name="Tony Lleonart" userId="S::tlleonart@aeronix.com::a4f38938-2e89-41a0-a760-064d99d17dee" providerId="AD" clId="Web-{921D6888-75AB-85EE-28EB-7D461212595D}" dt="2025-09-25T15:33:23.446" v="4" actId="20577"/>
          <ac:spMkLst>
            <pc:docMk/>
            <pc:sldMk cId="509098386" sldId="3847"/>
            <ac:spMk id="3" creationId="{A22A2DA5-0BA6-D00F-9CFA-8AD9E05F8BBD}"/>
          </ac:spMkLst>
        </pc:spChg>
        <pc:extLst>
          <p:ext xmlns:p="http://schemas.openxmlformats.org/presentationml/2006/main" uri="{D6D511B9-2390-475A-947B-AFAB55BFBCF1}">
            <pc226:cmChg xmlns:pc226="http://schemas.microsoft.com/office/powerpoint/2022/06/main/command" chg="mod">
              <pc226:chgData name="Tony Lleonart" userId="S::tlleonart@aeronix.com::a4f38938-2e89-41a0-a760-064d99d17dee" providerId="AD" clId="Web-{921D6888-75AB-85EE-28EB-7D461212595D}" dt="2025-09-25T15:31:10.040" v="3" actId="20577"/>
              <pc2:cmMkLst xmlns:pc2="http://schemas.microsoft.com/office/powerpoint/2019/9/main/command">
                <pc:docMk/>
                <pc:sldMk cId="509098386" sldId="3847"/>
                <pc2:cmMk id="{C949F878-7C8C-492C-B7DE-D6AD0A2751BD}"/>
              </pc2:cmMkLst>
            </pc226:cmChg>
          </p:ext>
        </pc:extLst>
      </pc:sldChg>
    </pc:docChg>
  </pc:docChgLst>
  <pc:docChgLst>
    <pc:chgData name="Emmalee Brown" userId="S::ebrown@aeronix.com::7673b0ea-0d4d-483d-8e6e-8040ac59c51d" providerId="AD" clId="Web-{1B0682BB-8155-FBE7-5F43-51735424705C}"/>
    <pc:docChg chg="modSld">
      <pc:chgData name="Emmalee Brown" userId="S::ebrown@aeronix.com::7673b0ea-0d4d-483d-8e6e-8040ac59c51d" providerId="AD" clId="Web-{1B0682BB-8155-FBE7-5F43-51735424705C}" dt="2025-09-04T20:13:01.263" v="65" actId="20577"/>
      <pc:docMkLst>
        <pc:docMk/>
      </pc:docMkLst>
      <pc:sldChg chg="modSp">
        <pc:chgData name="Emmalee Brown" userId="S::ebrown@aeronix.com::7673b0ea-0d4d-483d-8e6e-8040ac59c51d" providerId="AD" clId="Web-{1B0682BB-8155-FBE7-5F43-51735424705C}" dt="2025-09-04T20:12:31.808" v="61" actId="20577"/>
        <pc:sldMkLst>
          <pc:docMk/>
          <pc:sldMk cId="808125805" sldId="3828"/>
        </pc:sldMkLst>
        <pc:spChg chg="mod">
          <ac:chgData name="Emmalee Brown" userId="S::ebrown@aeronix.com::7673b0ea-0d4d-483d-8e6e-8040ac59c51d" providerId="AD" clId="Web-{1B0682BB-8155-FBE7-5F43-51735424705C}" dt="2025-09-04T20:09:35.993" v="36" actId="20577"/>
          <ac:spMkLst>
            <pc:docMk/>
            <pc:sldMk cId="808125805" sldId="3828"/>
            <ac:spMk id="3" creationId="{7C9E3624-8703-B45C-3795-9AD4A42E3247}"/>
          </ac:spMkLst>
        </pc:spChg>
        <pc:spChg chg="mod">
          <ac:chgData name="Emmalee Brown" userId="S::ebrown@aeronix.com::7673b0ea-0d4d-483d-8e6e-8040ac59c51d" providerId="AD" clId="Web-{1B0682BB-8155-FBE7-5F43-51735424705C}" dt="2025-09-04T20:12:31.808" v="61" actId="20577"/>
          <ac:spMkLst>
            <pc:docMk/>
            <pc:sldMk cId="808125805" sldId="3828"/>
            <ac:spMk id="4" creationId="{D013F85F-C7AA-4D4B-7FBB-682604B0E39A}"/>
          </ac:spMkLst>
        </pc:spChg>
      </pc:sldChg>
      <pc:sldChg chg="modSp">
        <pc:chgData name="Emmalee Brown" userId="S::ebrown@aeronix.com::7673b0ea-0d4d-483d-8e6e-8040ac59c51d" providerId="AD" clId="Web-{1B0682BB-8155-FBE7-5F43-51735424705C}" dt="2025-09-04T20:13:01.263" v="65" actId="20577"/>
        <pc:sldMkLst>
          <pc:docMk/>
          <pc:sldMk cId="2005274610" sldId="3832"/>
        </pc:sldMkLst>
        <pc:spChg chg="mod">
          <ac:chgData name="Emmalee Brown" userId="S::ebrown@aeronix.com::7673b0ea-0d4d-483d-8e6e-8040ac59c51d" providerId="AD" clId="Web-{1B0682BB-8155-FBE7-5F43-51735424705C}" dt="2025-09-04T20:13:01.263" v="65" actId="20577"/>
          <ac:spMkLst>
            <pc:docMk/>
            <pc:sldMk cId="2005274610" sldId="3832"/>
            <ac:spMk id="4" creationId="{006CDBFA-8692-0095-B550-9B7EDCE95696}"/>
          </ac:spMkLst>
        </pc:spChg>
      </pc:sldChg>
    </pc:docChg>
  </pc:docChgLst>
  <pc:docChgLst>
    <pc:chgData name="Emmalee Brown" userId="S::ebrown@aeronix.com::7673b0ea-0d4d-483d-8e6e-8040ac59c51d" providerId="AD" clId="Web-{697355BE-981D-1F2E-FC22-C8CDF1EBDEBD}"/>
    <pc:docChg chg="addSld modSld modSection">
      <pc:chgData name="Emmalee Brown" userId="S::ebrown@aeronix.com::7673b0ea-0d4d-483d-8e6e-8040ac59c51d" providerId="AD" clId="Web-{697355BE-981D-1F2E-FC22-C8CDF1EBDEBD}" dt="2025-09-11T20:12:46.118" v="20" actId="20577"/>
      <pc:docMkLst>
        <pc:docMk/>
      </pc:docMkLst>
      <pc:sldChg chg="modSp new">
        <pc:chgData name="Emmalee Brown" userId="S::ebrown@aeronix.com::7673b0ea-0d4d-483d-8e6e-8040ac59c51d" providerId="AD" clId="Web-{697355BE-981D-1F2E-FC22-C8CDF1EBDEBD}" dt="2025-09-11T20:12:46.118" v="20" actId="20577"/>
        <pc:sldMkLst>
          <pc:docMk/>
          <pc:sldMk cId="2725252404" sldId="3840"/>
        </pc:sldMkLst>
        <pc:spChg chg="mod">
          <ac:chgData name="Emmalee Brown" userId="S::ebrown@aeronix.com::7673b0ea-0d4d-483d-8e6e-8040ac59c51d" providerId="AD" clId="Web-{697355BE-981D-1F2E-FC22-C8CDF1EBDEBD}" dt="2025-09-11T20:12:46.118" v="20" actId="20577"/>
          <ac:spMkLst>
            <pc:docMk/>
            <pc:sldMk cId="2725252404" sldId="3840"/>
            <ac:spMk id="2" creationId="{0C030DB7-F940-5949-F4F5-EC9468A74D66}"/>
          </ac:spMkLst>
        </pc:spChg>
      </pc:sldChg>
    </pc:docChg>
  </pc:docChgLst>
  <pc:docChgLst>
    <pc:chgData name="Michael Schoonmaker" userId="S::mschoonmaker@aeronix.com::10979155-82ba-4d90-a869-0abcd648be0d" providerId="AD" clId="Web-{3C6DBEA2-AF18-EA71-09EC-6B82C8441C22}"/>
    <pc:docChg chg="mod addSld delSld modSld sldOrd modSection">
      <pc:chgData name="Michael Schoonmaker" userId="S::mschoonmaker@aeronix.com::10979155-82ba-4d90-a869-0abcd648be0d" providerId="AD" clId="Web-{3C6DBEA2-AF18-EA71-09EC-6B82C8441C22}" dt="2025-09-25T15:42:11.464" v="1774" actId="20577"/>
      <pc:docMkLst>
        <pc:docMk/>
      </pc:docMkLst>
      <pc:sldChg chg="modSp">
        <pc:chgData name="Michael Schoonmaker" userId="S::mschoonmaker@aeronix.com::10979155-82ba-4d90-a869-0abcd648be0d" providerId="AD" clId="Web-{3C6DBEA2-AF18-EA71-09EC-6B82C8441C22}" dt="2025-09-25T12:23:48.826" v="22" actId="1076"/>
        <pc:sldMkLst>
          <pc:docMk/>
          <pc:sldMk cId="2269023538" sldId="3836"/>
        </pc:sldMkLst>
        <pc:spChg chg="mod">
          <ac:chgData name="Michael Schoonmaker" userId="S::mschoonmaker@aeronix.com::10979155-82ba-4d90-a869-0abcd648be0d" providerId="AD" clId="Web-{3C6DBEA2-AF18-EA71-09EC-6B82C8441C22}" dt="2025-09-25T12:23:48.826" v="22" actId="1076"/>
          <ac:spMkLst>
            <pc:docMk/>
            <pc:sldMk cId="2269023538" sldId="3836"/>
            <ac:spMk id="3" creationId="{1F99D009-5F36-45DB-615B-54071AC45729}"/>
          </ac:spMkLst>
        </pc:spChg>
      </pc:sldChg>
      <pc:sldChg chg="modSp">
        <pc:chgData name="Michael Schoonmaker" userId="S::mschoonmaker@aeronix.com::10979155-82ba-4d90-a869-0abcd648be0d" providerId="AD" clId="Web-{3C6DBEA2-AF18-EA71-09EC-6B82C8441C22}" dt="2025-09-25T12:23:56.685" v="23" actId="1076"/>
        <pc:sldMkLst>
          <pc:docMk/>
          <pc:sldMk cId="3228930438" sldId="3837"/>
        </pc:sldMkLst>
        <pc:spChg chg="mod">
          <ac:chgData name="Michael Schoonmaker" userId="S::mschoonmaker@aeronix.com::10979155-82ba-4d90-a869-0abcd648be0d" providerId="AD" clId="Web-{3C6DBEA2-AF18-EA71-09EC-6B82C8441C22}" dt="2025-09-25T12:23:56.685" v="23" actId="1076"/>
          <ac:spMkLst>
            <pc:docMk/>
            <pc:sldMk cId="3228930438" sldId="3837"/>
            <ac:spMk id="3" creationId="{24D21549-87B4-2FF8-494C-BF325D10321C}"/>
          </ac:spMkLst>
        </pc:spChg>
      </pc:sldChg>
      <pc:sldChg chg="modSp modCm">
        <pc:chgData name="Michael Schoonmaker" userId="S::mschoonmaker@aeronix.com::10979155-82ba-4d90-a869-0abcd648be0d" providerId="AD" clId="Web-{3C6DBEA2-AF18-EA71-09EC-6B82C8441C22}" dt="2025-09-25T12:24:31.405" v="34" actId="20577"/>
        <pc:sldMkLst>
          <pc:docMk/>
          <pc:sldMk cId="433143279" sldId="3838"/>
        </pc:sldMkLst>
        <pc:spChg chg="mod">
          <ac:chgData name="Michael Schoonmaker" userId="S::mschoonmaker@aeronix.com::10979155-82ba-4d90-a869-0abcd648be0d" providerId="AD" clId="Web-{3C6DBEA2-AF18-EA71-09EC-6B82C8441C22}" dt="2025-09-25T12:24:31.405" v="34" actId="20577"/>
          <ac:spMkLst>
            <pc:docMk/>
            <pc:sldMk cId="433143279" sldId="3838"/>
            <ac:spMk id="4" creationId="{1C175774-2D49-2A73-1F3E-4BF5C4426365}"/>
          </ac:spMkLst>
        </pc:spChg>
        <pc:extLst>
          <p:ext xmlns:p="http://schemas.openxmlformats.org/presentationml/2006/main" uri="{D6D511B9-2390-475A-947B-AFAB55BFBCF1}">
            <pc226:cmChg xmlns:pc226="http://schemas.microsoft.com/office/powerpoint/2022/06/main/command" chg="mod">
              <pc226:chgData name="Michael Schoonmaker" userId="S::mschoonmaker@aeronix.com::10979155-82ba-4d90-a869-0abcd648be0d" providerId="AD" clId="Web-{3C6DBEA2-AF18-EA71-09EC-6B82C8441C22}" dt="2025-09-25T12:24:24.733" v="32" actId="20577"/>
              <pc2:cmMkLst xmlns:pc2="http://schemas.microsoft.com/office/powerpoint/2019/9/main/command">
                <pc:docMk/>
                <pc:sldMk cId="433143279" sldId="3838"/>
                <pc2:cmMk id="{B4661299-90AB-4204-8031-320585D834E5}"/>
              </pc2:cmMkLst>
            </pc226:cmChg>
            <pc226:cmChg xmlns:pc226="http://schemas.microsoft.com/office/powerpoint/2022/06/main/command" chg="mod">
              <pc226:chgData name="Michael Schoonmaker" userId="S::mschoonmaker@aeronix.com::10979155-82ba-4d90-a869-0abcd648be0d" providerId="AD" clId="Web-{3C6DBEA2-AF18-EA71-09EC-6B82C8441C22}" dt="2025-09-25T12:24:24.733" v="32" actId="20577"/>
              <pc2:cmMkLst xmlns:pc2="http://schemas.microsoft.com/office/powerpoint/2019/9/main/command">
                <pc:docMk/>
                <pc:sldMk cId="433143279" sldId="3838"/>
                <pc2:cmMk id="{1EF59DB3-A63D-4732-89E4-0A4F3DCB577A}"/>
              </pc2:cmMkLst>
            </pc226:cmChg>
          </p:ext>
        </pc:extLst>
      </pc:sldChg>
      <pc:sldChg chg="modSp add ord replId">
        <pc:chgData name="Michael Schoonmaker" userId="S::mschoonmaker@aeronix.com::10979155-82ba-4d90-a869-0abcd648be0d" providerId="AD" clId="Web-{3C6DBEA2-AF18-EA71-09EC-6B82C8441C22}" dt="2025-09-25T15:02:30.640" v="1740" actId="20577"/>
        <pc:sldMkLst>
          <pc:docMk/>
          <pc:sldMk cId="1409385508" sldId="3846"/>
        </pc:sldMkLst>
        <pc:spChg chg="mod">
          <ac:chgData name="Michael Schoonmaker" userId="S::mschoonmaker@aeronix.com::10979155-82ba-4d90-a869-0abcd648be0d" providerId="AD" clId="Web-{3C6DBEA2-AF18-EA71-09EC-6B82C8441C22}" dt="2025-09-25T13:18:15.437" v="56" actId="20577"/>
          <ac:spMkLst>
            <pc:docMk/>
            <pc:sldMk cId="1409385508" sldId="3846"/>
            <ac:spMk id="2" creationId="{AA9031D3-CC41-7108-3F5A-0D442D9F5BC7}"/>
          </ac:spMkLst>
        </pc:spChg>
        <pc:spChg chg="mod">
          <ac:chgData name="Michael Schoonmaker" userId="S::mschoonmaker@aeronix.com::10979155-82ba-4d90-a869-0abcd648be0d" providerId="AD" clId="Web-{3C6DBEA2-AF18-EA71-09EC-6B82C8441C22}" dt="2025-09-25T15:02:30.640" v="1740" actId="20577"/>
          <ac:spMkLst>
            <pc:docMk/>
            <pc:sldMk cId="1409385508" sldId="3846"/>
            <ac:spMk id="3" creationId="{5C99AFDE-822F-6B45-6D0B-BA818AA181E8}"/>
          </ac:spMkLst>
        </pc:spChg>
      </pc:sldChg>
      <pc:sldChg chg="modSp add ord replId modCm">
        <pc:chgData name="Michael Schoonmaker" userId="S::mschoonmaker@aeronix.com::10979155-82ba-4d90-a869-0abcd648be0d" providerId="AD" clId="Web-{3C6DBEA2-AF18-EA71-09EC-6B82C8441C22}" dt="2025-09-25T15:42:11.464" v="1774" actId="20577"/>
        <pc:sldMkLst>
          <pc:docMk/>
          <pc:sldMk cId="509098386" sldId="3847"/>
        </pc:sldMkLst>
        <pc:spChg chg="mod">
          <ac:chgData name="Michael Schoonmaker" userId="S::mschoonmaker@aeronix.com::10979155-82ba-4d90-a869-0abcd648be0d" providerId="AD" clId="Web-{3C6DBEA2-AF18-EA71-09EC-6B82C8441C22}" dt="2025-09-25T13:28:03.941" v="423" actId="20577"/>
          <ac:spMkLst>
            <pc:docMk/>
            <pc:sldMk cId="509098386" sldId="3847"/>
            <ac:spMk id="2" creationId="{0A596010-6AD5-4646-7635-B5D22023CB1B}"/>
          </ac:spMkLst>
        </pc:spChg>
        <pc:spChg chg="mod">
          <ac:chgData name="Michael Schoonmaker" userId="S::mschoonmaker@aeronix.com::10979155-82ba-4d90-a869-0abcd648be0d" providerId="AD" clId="Web-{3C6DBEA2-AF18-EA71-09EC-6B82C8441C22}" dt="2025-09-25T15:42:11.464" v="1774" actId="20577"/>
          <ac:spMkLst>
            <pc:docMk/>
            <pc:sldMk cId="509098386" sldId="3847"/>
            <ac:spMk id="3" creationId="{A22A2DA5-0BA6-D00F-9CFA-8AD9E05F8BBD}"/>
          </ac:spMkLst>
        </pc:spChg>
        <pc:extLst>
          <p:ext xmlns:p="http://schemas.openxmlformats.org/presentationml/2006/main" uri="{D6D511B9-2390-475A-947B-AFAB55BFBCF1}">
            <pc226:cmChg xmlns:pc226="http://schemas.microsoft.com/office/powerpoint/2022/06/main/command" chg="mod">
              <pc226:chgData name="Michael Schoonmaker" userId="S::mschoonmaker@aeronix.com::10979155-82ba-4d90-a869-0abcd648be0d" providerId="AD" clId="Web-{3C6DBEA2-AF18-EA71-09EC-6B82C8441C22}" dt="2025-09-25T15:42:08.152" v="1773" actId="20577"/>
              <pc2:cmMkLst xmlns:pc2="http://schemas.microsoft.com/office/powerpoint/2019/9/main/command">
                <pc:docMk/>
                <pc:sldMk cId="509098386" sldId="3847"/>
                <pc2:cmMk id="{C949F878-7C8C-492C-B7DE-D6AD0A2751BD}"/>
              </pc2:cmMkLst>
            </pc226:cmChg>
            <pc226:cmChg xmlns:pc226="http://schemas.microsoft.com/office/powerpoint/2022/06/main/command" chg="mod">
              <pc226:chgData name="Michael Schoonmaker" userId="S::mschoonmaker@aeronix.com::10979155-82ba-4d90-a869-0abcd648be0d" providerId="AD" clId="Web-{3C6DBEA2-AF18-EA71-09EC-6B82C8441C22}" dt="2025-09-25T15:42:08.152" v="1773" actId="20577"/>
              <pc2:cmMkLst xmlns:pc2="http://schemas.microsoft.com/office/powerpoint/2019/9/main/command">
                <pc:docMk/>
                <pc:sldMk cId="509098386" sldId="3847"/>
                <pc2:cmMk id="{06D1DCF2-A4CB-4807-A669-9210E59D150E}"/>
              </pc2:cmMkLst>
            </pc226:cmChg>
          </p:ext>
        </pc:extLst>
      </pc:sldChg>
      <pc:sldChg chg="addSp delSp modSp add replId">
        <pc:chgData name="Michael Schoonmaker" userId="S::mschoonmaker@aeronix.com::10979155-82ba-4d90-a869-0abcd648be0d" providerId="AD" clId="Web-{3C6DBEA2-AF18-EA71-09EC-6B82C8441C22}" dt="2025-09-25T13:58:37.522" v="1613"/>
        <pc:sldMkLst>
          <pc:docMk/>
          <pc:sldMk cId="3439393286" sldId="3848"/>
        </pc:sldMkLst>
        <pc:spChg chg="del">
          <ac:chgData name="Michael Schoonmaker" userId="S::mschoonmaker@aeronix.com::10979155-82ba-4d90-a869-0abcd648be0d" providerId="AD" clId="Web-{3C6DBEA2-AF18-EA71-09EC-6B82C8441C22}" dt="2025-09-25T13:51:08.112" v="1438"/>
          <ac:spMkLst>
            <pc:docMk/>
            <pc:sldMk cId="3439393286" sldId="3848"/>
            <ac:spMk id="2" creationId="{9081E662-B28C-5326-80D4-E61F04BC4F49}"/>
          </ac:spMkLst>
        </pc:spChg>
        <pc:spChg chg="del">
          <ac:chgData name="Michael Schoonmaker" userId="S::mschoonmaker@aeronix.com::10979155-82ba-4d90-a869-0abcd648be0d" providerId="AD" clId="Web-{3C6DBEA2-AF18-EA71-09EC-6B82C8441C22}" dt="2025-09-25T13:51:08.081" v="1437"/>
          <ac:spMkLst>
            <pc:docMk/>
            <pc:sldMk cId="3439393286" sldId="3848"/>
            <ac:spMk id="3" creationId="{8122258F-EED3-78D9-92E5-FB52C4F3238E}"/>
          </ac:spMkLst>
        </pc:spChg>
        <pc:spChg chg="add mod">
          <ac:chgData name="Michael Schoonmaker" userId="S::mschoonmaker@aeronix.com::10979155-82ba-4d90-a869-0abcd648be0d" providerId="AD" clId="Web-{3C6DBEA2-AF18-EA71-09EC-6B82C8441C22}" dt="2025-09-25T13:58:16.116" v="1599" actId="1076"/>
          <ac:spMkLst>
            <pc:docMk/>
            <pc:sldMk cId="3439393286" sldId="3848"/>
            <ac:spMk id="5" creationId="{CFD70B2E-0946-EF81-17A6-9B495D84668F}"/>
          </ac:spMkLst>
        </pc:spChg>
        <pc:spChg chg="add mod">
          <ac:chgData name="Michael Schoonmaker" userId="S::mschoonmaker@aeronix.com::10979155-82ba-4d90-a869-0abcd648be0d" providerId="AD" clId="Web-{3C6DBEA2-AF18-EA71-09EC-6B82C8441C22}" dt="2025-09-25T13:58:31.413" v="1612" actId="20577"/>
          <ac:spMkLst>
            <pc:docMk/>
            <pc:sldMk cId="3439393286" sldId="3848"/>
            <ac:spMk id="7" creationId="{F0590908-D244-FE09-D906-9BAF094C06CB}"/>
          </ac:spMkLst>
        </pc:spChg>
        <pc:spChg chg="add">
          <ac:chgData name="Michael Schoonmaker" userId="S::mschoonmaker@aeronix.com::10979155-82ba-4d90-a869-0abcd648be0d" providerId="AD" clId="Web-{3C6DBEA2-AF18-EA71-09EC-6B82C8441C22}" dt="2025-09-25T13:58:37.522" v="1613"/>
          <ac:spMkLst>
            <pc:docMk/>
            <pc:sldMk cId="3439393286" sldId="3848"/>
            <ac:spMk id="8" creationId="{DDFA59FC-10F1-56E0-863A-A8372143A4EC}"/>
          </ac:spMkLst>
        </pc:spChg>
      </pc:sldChg>
      <pc:sldChg chg="add del replId">
        <pc:chgData name="Michael Schoonmaker" userId="S::mschoonmaker@aeronix.com::10979155-82ba-4d90-a869-0abcd648be0d" providerId="AD" clId="Web-{3C6DBEA2-AF18-EA71-09EC-6B82C8441C22}" dt="2025-09-25T14:16:22.330" v="1697"/>
        <pc:sldMkLst>
          <pc:docMk/>
          <pc:sldMk cId="3687774204" sldId="3849"/>
        </pc:sldMkLst>
      </pc:sldChg>
      <pc:sldChg chg="add">
        <pc:chgData name="Michael Schoonmaker" userId="S::mschoonmaker@aeronix.com::10979155-82ba-4d90-a869-0abcd648be0d" providerId="AD" clId="Web-{3C6DBEA2-AF18-EA71-09EC-6B82C8441C22}" dt="2025-09-25T14:16:18.845" v="1696"/>
        <pc:sldMkLst>
          <pc:docMk/>
          <pc:sldMk cId="436070" sldId="3850"/>
        </pc:sldMkLst>
      </pc:sldChg>
    </pc:docChg>
  </pc:docChgLst>
</pc:chgInfo>
</file>

<file path=ppt/comments/modernComment_EF5_1EEE962E.xml><?xml version="1.0" encoding="utf-8"?>
<p188:cmLst xmlns:a="http://schemas.openxmlformats.org/drawingml/2006/main" xmlns:r="http://schemas.openxmlformats.org/officeDocument/2006/relationships" xmlns:p188="http://schemas.microsoft.com/office/powerpoint/2018/8/main">
  <p188:cm id="{CFB7FBF8-D884-47D0-AF95-28FFD1015FCA}" authorId="{DCEE4966-B689-05BD-BC1D-1CA19B26111B}" created="2025-09-18T23:06:57.862">
    <pc:sldMkLst xmlns:pc="http://schemas.microsoft.com/office/powerpoint/2013/main/command">
      <pc:docMk/>
      <pc:sldMk cId="518952494" sldId="3829"/>
    </pc:sldMkLst>
    <p188:replyLst>
      <p188:reply id="{9850093A-8AFE-435C-ABF9-E8979EDC5311}" authorId="{5DC733EA-3655-5717-D1C5-5B6FE95682FE}" created="2025-09-22T12:16:28.497">
        <p188:txBody>
          <a:bodyPr/>
          <a:lstStyle/>
          <a:p>
            <a:r>
              <a:rPr lang="en-US"/>
              <a:t>We want them to make a general bring up procedure. We are giving students the LoRa radio information since we are able to share that documentation with students and give them an example of one of our test plans. </a:t>
            </a:r>
          </a:p>
        </p188:txBody>
      </p188:reply>
    </p188:replyLst>
    <p188:txBody>
      <a:bodyPr/>
      <a:lstStyle/>
      <a:p>
        <a:r>
          <a:rPr lang="en-US"/>
          <a:t>I would reiterate the overall objective of the solution that they're trying to achieve here, which is creating a specific AI model for generating test procedures against design documents for the LoRa Radio. We need to be very clear about what we're asking them to do.</a:t>
        </a:r>
      </a:p>
    </p188:txBody>
  </p188:cm>
  <p188:cm id="{B4274F94-B614-478E-A72F-2604FE8A57CB}" authorId="{DCEE4966-B689-05BD-BC1D-1CA19B26111B}" created="2025-09-18T23:11:01.503">
    <ac:txMkLst xmlns:ac="http://schemas.microsoft.com/office/drawing/2013/main/command">
      <pc:docMk xmlns:pc="http://schemas.microsoft.com/office/powerpoint/2013/main/command"/>
      <pc:sldMk xmlns:pc="http://schemas.microsoft.com/office/powerpoint/2013/main/command" cId="518952494" sldId="3829"/>
      <ac:spMk id="4" creationId="{D9F6B15E-9670-2C65-3070-86441DD5243E}"/>
      <ac:txMk cp="211">
        <ac:context len="224" hash="4008726187"/>
      </ac:txMk>
    </ac:txMkLst>
    <p188:pos x="2035342" y="2225842"/>
    <p188:replyLst>
      <p188:reply id="{CD84E353-EAA4-4700-8B68-2DC2FF4F5097}" authorId="{5DC733EA-3655-5717-D1C5-5B6FE95682FE}" created="2025-09-22T12:16:47.622">
        <p188:txBody>
          <a:bodyPr/>
          <a:lstStyle/>
          <a:p>
            <a:r>
              <a:rPr lang="en-US"/>
              <a:t>The Arduino Uno is the “test” board we want to see them make a test plan for</a:t>
            </a:r>
          </a:p>
        </p188:txBody>
      </p188:reply>
    </p188:replyLst>
    <p188:txBody>
      <a:bodyPr/>
      <a:lstStyle/>
      <a:p>
        <a:r>
          <a:rPr lang="en-US"/>
          <a:t>This is the first reference to the Arduino in the presentation. That's fine, but whoever is presenting this slide is going to have to expound on this.</a:t>
        </a:r>
      </a:p>
    </p188:txBody>
  </p188:cm>
  <p188:cm id="{F777149D-3BCF-415F-9240-70C2B209FB08}" authorId="{DCEE4966-B689-05BD-BC1D-1CA19B26111B}" created="2025-09-18T23:17:23.211">
    <pc:sldMkLst xmlns:pc="http://schemas.microsoft.com/office/powerpoint/2013/main/command">
      <pc:docMk/>
      <pc:sldMk cId="518952494" sldId="3829"/>
    </pc:sldMkLst>
    <p188:replyLst>
      <p188:reply id="{F93E46C6-A9F9-4D39-B545-C5A26DEF68BC}" authorId="{5DC733EA-3655-5717-D1C5-5B6FE95682FE}" created="2025-09-22T12:17:05.235">
        <p188:txBody>
          <a:bodyPr/>
          <a:lstStyle/>
          <a:p>
            <a:r>
              <a:rPr lang="en-US"/>
              <a:t>Is this format clearer? Let me know if you have any additional updates</a:t>
            </a:r>
          </a:p>
        </p188:txBody>
      </p188:reply>
      <p188:reply id="{A94A973B-CB17-4351-AE5A-6414DE8C3324}" authorId="{DCEE4966-B689-05BD-BC1D-1CA19B26111B}" created="2025-09-25T13:22:13.814">
        <p188:txBody>
          <a:bodyPr/>
          <a:lstStyle/>
          <a:p>
            <a:r>
              <a:rPr lang="en-US"/>
              <a:t>[@Emmalee Brown] Could you add the Arduino Bring Up Procedure as an output? Might be a tight fit on the right-hand side. Other than that, looks good to me!</a:t>
            </a:r>
          </a:p>
        </p188:txBody>
      </p188:reply>
      <p188:reply id="{B85C4376-D36C-4133-BAB2-BF51E98769D3}" authorId="{5DC733EA-3655-5717-D1C5-5B6FE95682FE}" created="2025-09-25T14:52:18.314">
        <p188:txBody>
          <a:bodyPr/>
          <a:lstStyle/>
          <a:p>
            <a:r>
              <a:rPr lang="en-US"/>
              <a:t>So we aren’t giving them the Arduino test plan we want them to generate one. We are giving them the LoRa on as an example of one we have made to make their solution [@Tony Lleonart] 
</a:t>
            </a:r>
          </a:p>
        </p188:txBody>
      </p188:reply>
    </p188:replyLst>
    <p188:txBody>
      <a:bodyPr/>
      <a:lstStyle/>
      <a:p>
        <a:r>
          <a:rPr lang="en-US"/>
          <a:t>I would modify this slide so that the resource material is on the left-hand side under a heading like "Given:" or "Inputs:", and the deliverables we want from the students are on the right-hand side under a heading like "Deliverables:" or "Outputs:". It doesn't have to be left-to-right. It could be top-to-bottom. We could make this slide the "Given:" slide and the slide right after the "Deliverables" slide.</a:t>
        </a:r>
      </a:p>
    </p188:txBody>
  </p188:cm>
  <p188:cm id="{72DAF6F3-035A-4E93-A20A-641F33E88520}" authorId="{5DC733EA-3655-5717-D1C5-5B6FE95682FE}" created="2025-09-22T12:14:32.030">
    <ac:txMkLst xmlns:ac="http://schemas.microsoft.com/office/drawing/2013/main/command">
      <pc:docMk xmlns:pc="http://schemas.microsoft.com/office/powerpoint/2013/main/command"/>
      <pc:sldMk xmlns:pc="http://schemas.microsoft.com/office/powerpoint/2013/main/command" cId="518952494" sldId="3829"/>
      <ac:spMk id="3" creationId="{28F57B45-C8CA-682B-C0BD-ACC927912C2C}"/>
      <ac:txMk cp="21" len="5">
        <ac:context len="29" hash="3878844932"/>
      </ac:txMk>
    </ac:txMkLst>
    <p188:pos x="5067300" y="333375"/>
    <p188:replyLst>
      <p188:reply id="{83711813-6E0B-46EE-9E71-7EAAF8E8023D}" authorId="{4AC34302-8403-50DD-A6A0-CFB2788A35B2}" created="2025-09-22T12:58:15.336">
        <p188:txBody>
          <a:bodyPr/>
          <a:lstStyle/>
          <a:p>
            <a:r>
              <a:rPr lang="en-US"/>
              <a:t>I need to sub some of these out from gerbers to netlists, but other than that they are good</a:t>
            </a:r>
          </a:p>
        </p188:txBody>
      </p188:reply>
    </p188:replyLst>
    <p188:txBody>
      <a:bodyPr/>
      <a:lstStyle/>
      <a:p>
        <a:r>
          <a:rPr lang="en-US"/>
          <a:t>[@Drew Kaisner] Does this capture the inputs and outputs needed for the students? </a:t>
        </a:r>
      </a:p>
    </p188:txBody>
  </p188:cm>
</p188:cmLst>
</file>

<file path=ppt/comments/modernComment_EF7_5D3A0FDA.xml><?xml version="1.0" encoding="utf-8"?>
<p188:cmLst xmlns:a="http://schemas.openxmlformats.org/drawingml/2006/main" xmlns:r="http://schemas.openxmlformats.org/officeDocument/2006/relationships" xmlns:p188="http://schemas.microsoft.com/office/powerpoint/2018/8/main">
  <p188:cm id="{76BE92C9-1CB6-4F5F-BA5D-039F77BD2861}" authorId="{DCEE4966-B689-05BD-BC1D-1CA19B26111B}" created="2025-09-18T22:55:15.480">
    <pc:sldMkLst xmlns:pc="http://schemas.microsoft.com/office/powerpoint/2013/main/command">
      <pc:docMk/>
      <pc:sldMk cId="1564086234" sldId="3831"/>
    </pc:sldMkLst>
    <p188:replyLst>
      <p188:reply id="{422F7714-E089-4728-9EAF-AAC6DCFC28AA}" authorId="{5DC733EA-3655-5717-D1C5-5B6FE95682FE}" created="2025-09-22T12:03:59.950">
        <p188:txBody>
          <a:bodyPr/>
          <a:lstStyle/>
          <a:p>
            <a:r>
              <a:rPr lang="en-US"/>
              <a:t>Done
</a:t>
            </a:r>
          </a:p>
        </p188:txBody>
      </p188:reply>
    </p188:replyLst>
    <p188:txBody>
      <a:bodyPr/>
      <a:lstStyle/>
      <a:p>
        <a:r>
          <a:rPr lang="en-US"/>
          <a:t>Underneath the "Google Reflection Form", there is this: "Must honestly fill out reflection questions for project." I would take out "honestly" because including it implies that the participants are not trustworthy.</a:t>
        </a:r>
      </a:p>
    </p188:txBody>
    <p188:extLst>
      <p:ext xmlns:p="http://schemas.openxmlformats.org/presentationml/2006/main" uri="{57CB4572-C831-44C2-8A1C-0ADB6CCDFE69}">
        <p223:reactions xmlns:p223="http://schemas.microsoft.com/office/powerpoint/2022/03/main">
          <p223:rxn type="👍">
            <p223:instance time="2025-09-22T12:03:56.056" authorId="{5DC733EA-3655-5717-D1C5-5B6FE95682FE}"/>
          </p223:rxn>
        </p223:reactions>
      </p:ext>
    </p188:extLst>
  </p188:cm>
  <p188:cm id="{5E870531-8EEE-45CA-B067-021DFA1059B3}" authorId="{4AC34302-8403-50DD-A6A0-CFB2788A35B2}" created="2025-09-25T20:17:53.060">
    <ac:txMkLst xmlns:ac="http://schemas.microsoft.com/office/drawing/2013/main/command">
      <pc:docMk xmlns:pc="http://schemas.microsoft.com/office/powerpoint/2013/main/command"/>
      <pc:sldMk xmlns:pc="http://schemas.microsoft.com/office/powerpoint/2013/main/command" cId="1564086234" sldId="3831"/>
      <ac:graphicFrameMk id="2" creationId="{A7C09142-5973-095C-51D8-ECD2A79FD1BE}"/>
      <dc:dgmMk xmlns:dc="http://schemas.microsoft.com/office/drawing/2013/diagram/command"/>
      <dc:nodeMk xmlns:dc="http://schemas.microsoft.com/office/drawing/2013/diagram/command" id="{9DA7961B-3177-4E77-9ADF-3B7EE3639968}"/>
      <ac:txMk cp="0" len="40">
        <ac:context len="41" hash="300866378"/>
      </ac:txMk>
    </ac:txMkLst>
    <p188:pos x="5210557" y="1365887"/>
    <p188:replyLst>
      <p188:reply id="{8950419C-1FB8-4CE5-B252-8DF81A12EB8B}" authorId="{5DC733EA-3655-5717-D1C5-5B6FE95682FE}" created="2025-09-25T20:21:20.187">
        <p188:txBody>
          <a:bodyPr/>
          <a:lstStyle/>
          <a:p>
            <a:r>
              <a:rPr lang="en-US"/>
              <a:t>So I should add a github account to the necessary resources and technology page
</a:t>
            </a:r>
          </a:p>
        </p188:txBody>
      </p188:reply>
      <p188:reply id="{70B7E610-3FB0-4147-8F48-88EE404F54C0}" authorId="{4AC34302-8403-50DD-A6A0-CFB2788A35B2}" created="2025-09-25T20:24:29.171">
        <p188:txBody>
          <a:bodyPr/>
          <a:lstStyle/>
          <a:p>
            <a:r>
              <a:rPr lang="en-US"/>
              <a:t>Not necessarily, you can have a git repo without pushing it to a remote like GitHub. Maybe include “PC with software development tools installed, i.e. git”</a:t>
            </a:r>
          </a:p>
        </p188:txBody>
      </p188:reply>
    </p188:replyLst>
    <p188:txBody>
      <a:bodyPr/>
      <a:lstStyle/>
      <a:p>
        <a:r>
          <a:rPr lang="en-US"/>
          <a:t>[@Emmalee Brown] FYI I added this, they should have a local repo so we can see commit history</a:t>
        </a:r>
      </a:p>
    </p188:txBody>
    <p188:extLst>
      <p:ext xmlns:p="http://schemas.openxmlformats.org/presentationml/2006/main" uri="{57CB4572-C831-44C2-8A1C-0ADB6CCDFE69}">
        <p223:reactions xmlns:p223="http://schemas.microsoft.com/office/powerpoint/2022/03/main">
          <p223:rxn type="👍">
            <p223:instance time="2025-09-25T20:20:39.374" authorId="{5DC733EA-3655-5717-D1C5-5B6FE95682FE}"/>
          </p223:rxn>
        </p223:reactions>
      </p:ext>
    </p188:extLst>
  </p188:cm>
</p188:cmLst>
</file>

<file path=ppt/comments/modernComment_EF8_77860FF2.xml><?xml version="1.0" encoding="utf-8"?>
<p188:cmLst xmlns:a="http://schemas.openxmlformats.org/drawingml/2006/main" xmlns:r="http://schemas.openxmlformats.org/officeDocument/2006/relationships" xmlns:p188="http://schemas.microsoft.com/office/powerpoint/2018/8/main">
  <p188:cm id="{B4DFE671-2159-4068-A562-D7D9C9F388B5}" authorId="{5DC733EA-3655-5717-D1C5-5B6FE95682FE}" created="2025-09-22T17:34:25.790">
    <ac:txMkLst xmlns:ac="http://schemas.microsoft.com/office/drawing/2013/main/command">
      <pc:docMk xmlns:pc="http://schemas.microsoft.com/office/powerpoint/2013/main/command"/>
      <pc:sldMk xmlns:pc="http://schemas.microsoft.com/office/powerpoint/2013/main/command" cId="2005274610" sldId="3832"/>
      <ac:spMk id="4" creationId="{006CDBFA-8692-0095-B550-9B7EDCE95696}"/>
      <ac:txMk cp="21" len="3">
        <ac:context len="357" hash="4178429892"/>
      </ac:txMk>
    </ac:txMkLst>
    <p188:pos x="2360676" y="270510"/>
    <p188:replyLst>
      <p188:reply id="{663CB9E6-CBFC-4FB1-A283-2C00A641D3D8}" authorId="{4AC34302-8403-50DD-A6A0-CFB2788A35B2}" created="2025-09-22T20:00:19.564">
        <p188:txBody>
          <a:bodyPr/>
          <a:lstStyle/>
          <a:p>
            <a:r>
              <a:rPr lang="en-US"/>
              <a:t>I don’t think so, everything should be internet based or like python scripts</a:t>
            </a:r>
          </a:p>
        </p188:txBody>
      </p188:reply>
    </p188:replyLst>
    <p188:txBody>
      <a:bodyPr/>
      <a:lstStyle/>
      <a:p>
        <a:r>
          <a:rPr lang="en-US"/>
          <a:t>[@Drew Kaisner] [@Michael Schoonmaker]  is there anything else students need to bring or any technology they should have downloaded to their computers? </a:t>
        </a:r>
      </a:p>
    </p188:txBody>
  </p188:cm>
</p188:cmLst>
</file>

<file path=ppt/comments/modernComment_EF9_4BE66895.xml><?xml version="1.0" encoding="utf-8"?>
<p188:cmLst xmlns:a="http://schemas.openxmlformats.org/drawingml/2006/main" xmlns:r="http://schemas.openxmlformats.org/officeDocument/2006/relationships" xmlns:p188="http://schemas.microsoft.com/office/powerpoint/2018/8/main">
  <p188:cm id="{70D290C3-EFAC-47E8-AD7D-05E100741C59}" authorId="{5DC733EA-3655-5717-D1C5-5B6FE95682FE}" status="resolved" created="2025-09-22T12:15:34.237" complete="100000">
    <ac:txMkLst xmlns:ac="http://schemas.microsoft.com/office/drawing/2013/main/command">
      <pc:docMk xmlns:pc="http://schemas.microsoft.com/office/powerpoint/2013/main/command"/>
      <pc:sldMk xmlns:pc="http://schemas.microsoft.com/office/powerpoint/2013/main/command" cId="1273391253" sldId="3833"/>
      <ac:spMk id="3" creationId="{A7FEA0C7-AE0C-F105-D12C-4081D26F5B67}"/>
      <ac:txMk cp="8" len="6">
        <ac:context len="15" hash="2998411486"/>
      </ac:txMk>
    </ac:txMkLst>
    <p188:pos x="2562226" y="333375"/>
    <p188:replyLst>
      <p188:reply id="{D2932242-D507-4DF2-A43D-DF06F9F20869}" authorId="{4AC34302-8403-50DD-A6A0-CFB2788A35B2}" created="2025-09-22T12:47:23.432">
        <p188:txBody>
          <a:bodyPr/>
          <a:lstStyle/>
          <a:p>
            <a:r>
              <a:rPr lang="en-US"/>
              <a:t>Done</a:t>
            </a:r>
          </a:p>
        </p188:txBody>
      </p188:reply>
    </p188:replyLst>
    <p188:txBody>
      <a:bodyPr/>
      <a:lstStyle/>
      <a:p>
        <a:r>
          <a:rPr lang="en-US"/>
          <a:t>[@Drew Kaisner] Insert a link for the Aeronix Vault with all the documentation? Can we make a QR code for students to scan for it? </a:t>
        </a:r>
      </a:p>
    </p188:txBody>
  </p188:cm>
</p188:cmLst>
</file>

<file path=ppt/comments/modernComment_EFA_9BC21367.xml><?xml version="1.0" encoding="utf-8"?>
<p188:cmLst xmlns:a="http://schemas.openxmlformats.org/drawingml/2006/main" xmlns:r="http://schemas.openxmlformats.org/officeDocument/2006/relationships" xmlns:p188="http://schemas.microsoft.com/office/powerpoint/2018/8/main">
  <p188:cm id="{6B47E607-9B8D-450C-9C77-72C116FF37C6}" authorId="{DCEE4966-B689-05BD-BC1D-1CA19B26111B}" created="2025-09-18T22:57:47.454">
    <pc:sldMkLst xmlns:pc="http://schemas.microsoft.com/office/powerpoint/2013/main/command">
      <pc:docMk/>
      <pc:sldMk cId="2613187431" sldId="3834"/>
    </pc:sldMkLst>
    <p188:replyLst>
      <p188:reply id="{E665D97E-F217-42AA-A42B-7AC80E10586F}" authorId="{5DC733EA-3655-5717-D1C5-5B6FE95682FE}" created="2025-09-22T12:05:29.445">
        <p188:txBody>
          <a:bodyPr/>
          <a:lstStyle/>
          <a:p>
            <a:r>
              <a:rPr lang="en-US"/>
              <a:t>Done
</a:t>
            </a:r>
          </a:p>
        </p188:txBody>
      </p188:reply>
    </p188:replyLst>
    <p188:txBody>
      <a:bodyPr/>
      <a:lstStyle/>
      <a:p>
        <a:r>
          <a:rPr lang="en-US"/>
          <a:t>Change background. This is hard to read.</a:t>
        </a:r>
      </a:p>
    </p188:txBody>
    <p188:extLst>
      <p:ext xmlns:p="http://schemas.openxmlformats.org/presentationml/2006/main" uri="{57CB4572-C831-44C2-8A1C-0ADB6CCDFE69}">
        <p223:reactions xmlns:p223="http://schemas.microsoft.com/office/powerpoint/2022/03/main">
          <p223:rxn type="👍">
            <p223:instance time="2025-09-22T12:05:13.299" authorId="{5DC733EA-3655-5717-D1C5-5B6FE95682FE}"/>
          </p223:rxn>
        </p223:reactions>
      </p:ext>
    </p188:extLst>
  </p188:cm>
  <p188:cm id="{8277243A-36C2-4DAF-BB30-AFD87C43D359}" authorId="{DCEE4966-B689-05BD-BC1D-1CA19B26111B}" created="2025-09-18T22:58:23.688">
    <ac:txMkLst xmlns:ac="http://schemas.microsoft.com/office/drawing/2013/main/command">
      <pc:docMk xmlns:pc="http://schemas.microsoft.com/office/powerpoint/2013/main/command"/>
      <pc:sldMk xmlns:pc="http://schemas.microsoft.com/office/powerpoint/2013/main/command" cId="2613187431" sldId="3834"/>
      <ac:spMk id="4" creationId="{077B81BB-2E67-F95D-F399-36B4DFEE54A3}"/>
      <ac:txMk cp="353" len="5">
        <ac:context len="510" hash="2337896298"/>
      </ac:txMk>
    </ac:txMkLst>
    <p188:pos x="3298657" y="2737184"/>
    <p188:replyLst>
      <p188:reply id="{45B8AA60-2316-4165-86E2-BDFBB129C8BF}" authorId="{5DC733EA-3655-5717-D1C5-5B6FE95682FE}" created="2025-09-22T12:05:26.146">
        <p188:txBody>
          <a:bodyPr/>
          <a:lstStyle/>
          <a:p>
            <a:r>
              <a:rPr lang="en-US"/>
              <a:t>Done
</a:t>
            </a:r>
          </a:p>
        </p188:txBody>
      </p188:reply>
    </p188:replyLst>
    <p188:txBody>
      <a:bodyPr/>
      <a:lstStyle/>
      <a:p>
        <a:r>
          <a:rPr lang="en-US"/>
          <a:t>"will be"</a:t>
        </a:r>
      </a:p>
    </p188:txBody>
    <p188:extLst>
      <p:ext xmlns:p="http://schemas.openxmlformats.org/presentationml/2006/main" uri="{57CB4572-C831-44C2-8A1C-0ADB6CCDFE69}">
        <p223:reactions xmlns:p223="http://schemas.microsoft.com/office/powerpoint/2022/03/main">
          <p223:rxn type="👍">
            <p223:instance time="2025-09-22T12:05:19.989" authorId="{5DC733EA-3655-5717-D1C5-5B6FE95682FE}"/>
          </p223:rxn>
        </p223:reactions>
      </p:ext>
    </p188:extLst>
  </p188:cm>
</p188:cmLst>
</file>

<file path=ppt/comments/modernComment_F00_A2700D34.xml><?xml version="1.0" encoding="utf-8"?>
<p188:cmLst xmlns:a="http://schemas.openxmlformats.org/drawingml/2006/main" xmlns:r="http://schemas.openxmlformats.org/officeDocument/2006/relationships" xmlns:p188="http://schemas.microsoft.com/office/powerpoint/2018/8/main">
  <p188:cm id="{1C0AC02B-BF14-42ED-A810-BF9283E7416B}" authorId="{DCEE4966-B689-05BD-BC1D-1CA19B26111B}" created="2025-09-19T01:10:09.690">
    <pc:sldMkLst xmlns:pc="http://schemas.microsoft.com/office/powerpoint/2013/main/command">
      <pc:docMk/>
      <pc:sldMk cId="2725252404" sldId="3840"/>
    </pc:sldMkLst>
    <p188:txBody>
      <a:bodyPr/>
      <a:lstStyle/>
      <a:p>
        <a:r>
          <a:rPr lang="en-US"/>
          <a:t>[@Emmalee Brown] This slide gives me an idea. We may want to develop an additional schedule. This would be a mock schedule with time milestones of how far along the groups should be in the project at different points throughout the day. For example, by 10:00 am, they should have selected an AI test plan generator approach. By 4:00 pm, they should be finalizing their video submissions. This can help students stay on track so they finish on time. [@Michael Schoonmaker] You may be able to give some projected time marks based on your experience working through the problem.</a:t>
        </a:r>
      </a:p>
    </p188:txBody>
    <p188:extLst>
      <p:ext xmlns:p="http://schemas.openxmlformats.org/presentationml/2006/main" uri="{57CB4572-C831-44C2-8A1C-0ADB6CCDFE69}">
        <p223:reactions xmlns:p223="http://schemas.microsoft.com/office/powerpoint/2022/03/main">
          <p223:rxn type="👍">
            <p223:instance time="2025-09-22T12:08:00.849" authorId="{5DC733EA-3655-5717-D1C5-5B6FE95682FE}"/>
          </p223:rxn>
        </p223:reactions>
      </p:ext>
    </p188:extLst>
  </p188:cm>
</p188:cmLst>
</file>

<file path=ppt/comments/modernComment_F0A_6A766.xml><?xml version="1.0" encoding="utf-8"?>
<p188:cmLst xmlns:a="http://schemas.openxmlformats.org/drawingml/2006/main" xmlns:r="http://schemas.openxmlformats.org/officeDocument/2006/relationships" xmlns:p188="http://schemas.microsoft.com/office/powerpoint/2018/8/main">
  <p188:cm id="{322507E1-C888-4CB5-94AE-D85B4FAC1CD6}" authorId="{0FAF500A-C83D-479F-98C6-12CD47BAFEAE}" created="2025-09-25T14:21:32.972">
    <ac:deMkLst xmlns:ac="http://schemas.microsoft.com/office/drawing/2013/main/command">
      <pc:docMk xmlns:pc="http://schemas.microsoft.com/office/powerpoint/2013/main/command"/>
      <pc:sldMk xmlns:pc="http://schemas.microsoft.com/office/powerpoint/2013/main/command" cId="436070" sldId="3850"/>
      <ac:picMk id="5" creationId="{2A37F3C3-4D6C-7ABF-47B8-6A0969AB9D16}"/>
    </ac:deMkLst>
    <p188:txBody>
      <a:bodyPr/>
      <a:lstStyle/>
      <a:p>
        <a:r>
          <a:rPr lang="en-US"/>
          <a:t>change this up as needed</a:t>
        </a:r>
      </a:p>
    </p188:txBody>
  </p188:cm>
</p188:cmLst>
</file>

<file path=ppt/comments/modernComment_F07_1E583992.xml><?xml version="1.0" encoding="utf-8"?>
<p188:cmLst xmlns:a="http://schemas.openxmlformats.org/drawingml/2006/main" xmlns:r="http://schemas.openxmlformats.org/officeDocument/2006/relationships" xmlns:p188="http://schemas.microsoft.com/office/powerpoint/2018/8/main">
  <p188:cm id="{C949F878-7C8C-492C-B7DE-D6AD0A2751BD}" authorId="{DCEE4966-B689-05BD-BC1D-1CA19B26111B}" status="resolved" created="2025-09-25T15:30:54.524" complete="100000">
    <ac:txMkLst xmlns:ac="http://schemas.microsoft.com/office/drawing/2013/main/command">
      <pc:docMk xmlns:pc="http://schemas.microsoft.com/office/powerpoint/2013/main/command"/>
      <pc:sldMk xmlns:pc="http://schemas.microsoft.com/office/powerpoint/2013/main/command" cId="509098386" sldId="3847"/>
      <ac:spMk id="3" creationId="{A22A2DA5-0BA6-D00F-9CFA-8AD9E05F8BBD}"/>
      <ac:txMk cp="228">
        <ac:context len="735" hash="2898799277"/>
      </ac:txMk>
    </ac:txMkLst>
    <p188:pos x="2606842" y="842210"/>
    <p188:txBody>
      <a:bodyPr/>
      <a:lstStyle/>
      <a:p>
        <a:r>
          <a:rPr lang="en-US"/>
          <a:t>Recommend rephrasing to "experience"</a:t>
        </a:r>
      </a:p>
    </p188:txBody>
  </p188:cm>
  <p188:cm id="{06D1DCF2-A4CB-4807-A669-9210E59D150E}" authorId="{DCEE4966-B689-05BD-BC1D-1CA19B26111B}" created="2025-09-25T15:33:16.462">
    <ac:txMkLst xmlns:ac="http://schemas.microsoft.com/office/drawing/2013/main/command">
      <pc:docMk xmlns:pc="http://schemas.microsoft.com/office/powerpoint/2013/main/command"/>
      <pc:sldMk xmlns:pc="http://schemas.microsoft.com/office/powerpoint/2013/main/command" cId="509098386" sldId="3847"/>
      <ac:spMk id="3" creationId="{A22A2DA5-0BA6-D00F-9CFA-8AD9E05F8BBD}"/>
      <ac:txMk cp="454" len="94">
        <ac:context len="735" hash="2898799277"/>
      </ac:txMk>
    </ac:txMkLst>
    <p188:pos x="10507578" y="2346157"/>
    <p188:txBody>
      <a:bodyPr/>
      <a:lstStyle/>
      <a:p>
        <a:r>
          <a:rPr lang="en-US"/>
          <a:t>Whoever is presenting this should emphasize this point. This feature of hardware test plans is a huge plus.</a:t>
        </a:r>
      </a:p>
    </p188:txBody>
    <p188:extLst>
      <p:ext xmlns:p="http://schemas.openxmlformats.org/presentationml/2006/main" uri="{57CB4572-C831-44C2-8A1C-0ADB6CCDFE69}">
        <p223:reactions xmlns:p223="http://schemas.microsoft.com/office/powerpoint/2022/03/main">
          <p223:rxn type="👍">
            <p223:instance time="2025-09-25T15:41:56.761" authorId="{0FAF500A-C83D-479F-98C6-12CD47BAFEAE}"/>
          </p223:rxn>
        </p223:reactions>
      </p:ext>
    </p188:extLst>
  </p188:cm>
</p188:cmLst>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4A927D-1E78-49ED-8F6E-EA8D6E267357}" type="doc">
      <dgm:prSet loTypeId="urn:microsoft.com/office/officeart/2005/8/layout/funnel1" loCatId="process" qsTypeId="urn:microsoft.com/office/officeart/2005/8/quickstyle/simple1" qsCatId="simple" csTypeId="urn:microsoft.com/office/officeart/2005/8/colors/accent2_2" csCatId="accent2" phldr="1"/>
      <dgm:spPr/>
      <dgm:t>
        <a:bodyPr/>
        <a:lstStyle/>
        <a:p>
          <a:endParaRPr lang="en-US"/>
        </a:p>
      </dgm:t>
    </dgm:pt>
    <dgm:pt modelId="{102871AD-1960-4957-BA54-313782CE0220}">
      <dgm:prSet phldrT="[Text]" custT="1"/>
      <dgm:spPr/>
      <dgm:t>
        <a:bodyPr/>
        <a:lstStyle/>
        <a:p>
          <a:r>
            <a:rPr lang="en-US" sz="1700"/>
            <a:t>Netlists/ Gerber files</a:t>
          </a:r>
        </a:p>
      </dgm:t>
    </dgm:pt>
    <dgm:pt modelId="{9977FA5C-999B-4E2E-84C6-E32341C8265D}" type="parTrans" cxnId="{3CBAFF3E-B9FA-4437-BF4C-209FBC6C844A}">
      <dgm:prSet/>
      <dgm:spPr/>
      <dgm:t>
        <a:bodyPr/>
        <a:lstStyle/>
        <a:p>
          <a:endParaRPr lang="en-US"/>
        </a:p>
      </dgm:t>
    </dgm:pt>
    <dgm:pt modelId="{8308C42A-7639-4FE1-BAEF-70550049EE1A}" type="sibTrans" cxnId="{3CBAFF3E-B9FA-4437-BF4C-209FBC6C844A}">
      <dgm:prSet/>
      <dgm:spPr/>
      <dgm:t>
        <a:bodyPr/>
        <a:lstStyle/>
        <a:p>
          <a:endParaRPr lang="en-US"/>
        </a:p>
      </dgm:t>
    </dgm:pt>
    <dgm:pt modelId="{0A8C9AF4-640F-44CE-9CCA-D7DB4B3F6709}">
      <dgm:prSet phldrT="[Text]" custT="1"/>
      <dgm:spPr/>
      <dgm:t>
        <a:bodyPr/>
        <a:lstStyle/>
        <a:p>
          <a:r>
            <a:rPr lang="en-US" sz="1700"/>
            <a:t>Schematics/Board files</a:t>
          </a:r>
        </a:p>
      </dgm:t>
    </dgm:pt>
    <dgm:pt modelId="{465503D8-DCE2-458B-8B1B-91CF510C3B44}" type="parTrans" cxnId="{2E6AB1DD-BDE4-4B33-B1F5-5EB713FC4A14}">
      <dgm:prSet/>
      <dgm:spPr/>
      <dgm:t>
        <a:bodyPr/>
        <a:lstStyle/>
        <a:p>
          <a:endParaRPr lang="en-US"/>
        </a:p>
      </dgm:t>
    </dgm:pt>
    <dgm:pt modelId="{467433F4-227B-4115-9446-FED09944F4A2}" type="sibTrans" cxnId="{2E6AB1DD-BDE4-4B33-B1F5-5EB713FC4A14}">
      <dgm:prSet/>
      <dgm:spPr/>
      <dgm:t>
        <a:bodyPr/>
        <a:lstStyle/>
        <a:p>
          <a:endParaRPr lang="en-US"/>
        </a:p>
      </dgm:t>
    </dgm:pt>
    <dgm:pt modelId="{568C1AC5-C91C-48F6-85D8-17738A6A3D47}">
      <dgm:prSet phldrT="[Text]" custT="1"/>
      <dgm:spPr/>
      <dgm:t>
        <a:bodyPr/>
        <a:lstStyle/>
        <a:p>
          <a:r>
            <a:rPr lang="en-US" sz="1600"/>
            <a:t>Requirement Documents</a:t>
          </a:r>
        </a:p>
      </dgm:t>
    </dgm:pt>
    <dgm:pt modelId="{6B486C59-A623-49FC-915C-BE0FCC2F943D}" type="parTrans" cxnId="{5A92729A-A1ED-4D1F-9EEF-CA8374E2A35C}">
      <dgm:prSet/>
      <dgm:spPr/>
      <dgm:t>
        <a:bodyPr/>
        <a:lstStyle/>
        <a:p>
          <a:endParaRPr lang="en-US"/>
        </a:p>
      </dgm:t>
    </dgm:pt>
    <dgm:pt modelId="{9124E375-FF31-413E-A275-9D46FF2ADA3B}" type="sibTrans" cxnId="{5A92729A-A1ED-4D1F-9EEF-CA8374E2A35C}">
      <dgm:prSet/>
      <dgm:spPr/>
      <dgm:t>
        <a:bodyPr/>
        <a:lstStyle/>
        <a:p>
          <a:endParaRPr lang="en-US"/>
        </a:p>
      </dgm:t>
    </dgm:pt>
    <dgm:pt modelId="{B2686769-8AC4-4BD4-9550-978B653E445D}">
      <dgm:prSet phldrT="[Text]"/>
      <dgm:spPr/>
      <dgm:t>
        <a:bodyPr/>
        <a:lstStyle/>
        <a:p>
          <a:r>
            <a:rPr lang="en-US"/>
            <a:t>Bring-Up Test Plan</a:t>
          </a:r>
        </a:p>
      </dgm:t>
    </dgm:pt>
    <dgm:pt modelId="{C0199D62-8E19-4E28-9057-7750FC051B2E}" type="parTrans" cxnId="{6A660507-09E1-4B06-AD81-390ACE5B0D9C}">
      <dgm:prSet/>
      <dgm:spPr/>
      <dgm:t>
        <a:bodyPr/>
        <a:lstStyle/>
        <a:p>
          <a:endParaRPr lang="en-US"/>
        </a:p>
      </dgm:t>
    </dgm:pt>
    <dgm:pt modelId="{53E76D00-C3FB-4929-B949-16189F95BF61}" type="sibTrans" cxnId="{6A660507-09E1-4B06-AD81-390ACE5B0D9C}">
      <dgm:prSet/>
      <dgm:spPr/>
      <dgm:t>
        <a:bodyPr/>
        <a:lstStyle/>
        <a:p>
          <a:endParaRPr lang="en-US"/>
        </a:p>
      </dgm:t>
    </dgm:pt>
    <dgm:pt modelId="{A958FB1D-7340-4856-BB10-A570D66ECDB5}" type="pres">
      <dgm:prSet presAssocID="{B74A927D-1E78-49ED-8F6E-EA8D6E267357}" presName="Name0" presStyleCnt="0">
        <dgm:presLayoutVars>
          <dgm:chMax val="4"/>
          <dgm:resizeHandles val="exact"/>
        </dgm:presLayoutVars>
      </dgm:prSet>
      <dgm:spPr/>
    </dgm:pt>
    <dgm:pt modelId="{E32A54DD-2820-4F75-A62D-FD6692885E57}" type="pres">
      <dgm:prSet presAssocID="{B74A927D-1E78-49ED-8F6E-EA8D6E267357}" presName="ellipse" presStyleLbl="trBgShp" presStyleIdx="0" presStyleCnt="1"/>
      <dgm:spPr/>
    </dgm:pt>
    <dgm:pt modelId="{B9F79083-F965-4FC4-A244-CFDD68A66B70}" type="pres">
      <dgm:prSet presAssocID="{B74A927D-1E78-49ED-8F6E-EA8D6E267357}" presName="arrow1" presStyleLbl="fgShp" presStyleIdx="0" presStyleCnt="1"/>
      <dgm:spPr/>
    </dgm:pt>
    <dgm:pt modelId="{130A2CF6-8079-45DD-878D-603B80D48191}" type="pres">
      <dgm:prSet presAssocID="{B74A927D-1E78-49ED-8F6E-EA8D6E267357}" presName="rectangle" presStyleLbl="revTx" presStyleIdx="0" presStyleCnt="1" custLinFactNeighborX="647" custLinFactNeighborY="-14229">
        <dgm:presLayoutVars>
          <dgm:bulletEnabled val="1"/>
        </dgm:presLayoutVars>
      </dgm:prSet>
      <dgm:spPr/>
    </dgm:pt>
    <dgm:pt modelId="{19080CF1-279D-4831-A142-D4E9229B1251}" type="pres">
      <dgm:prSet presAssocID="{0A8C9AF4-640F-44CE-9CCA-D7DB4B3F6709}" presName="item1" presStyleLbl="node1" presStyleIdx="0" presStyleCnt="3">
        <dgm:presLayoutVars>
          <dgm:bulletEnabled val="1"/>
        </dgm:presLayoutVars>
      </dgm:prSet>
      <dgm:spPr/>
    </dgm:pt>
    <dgm:pt modelId="{F480D3BE-AFB5-4F77-B66F-23577E4DCCAC}" type="pres">
      <dgm:prSet presAssocID="{568C1AC5-C91C-48F6-85D8-17738A6A3D47}" presName="item2" presStyleLbl="node1" presStyleIdx="1" presStyleCnt="3">
        <dgm:presLayoutVars>
          <dgm:bulletEnabled val="1"/>
        </dgm:presLayoutVars>
      </dgm:prSet>
      <dgm:spPr/>
    </dgm:pt>
    <dgm:pt modelId="{B702D6C8-B2F6-4D7D-9473-128968C40A7F}" type="pres">
      <dgm:prSet presAssocID="{B2686769-8AC4-4BD4-9550-978B653E445D}" presName="item3" presStyleLbl="node1" presStyleIdx="2" presStyleCnt="3">
        <dgm:presLayoutVars>
          <dgm:bulletEnabled val="1"/>
        </dgm:presLayoutVars>
      </dgm:prSet>
      <dgm:spPr/>
    </dgm:pt>
    <dgm:pt modelId="{1D783130-3F42-41B4-898B-DADD85AD815A}" type="pres">
      <dgm:prSet presAssocID="{B74A927D-1E78-49ED-8F6E-EA8D6E267357}" presName="funnel" presStyleLbl="trAlignAcc1" presStyleIdx="0" presStyleCnt="1"/>
      <dgm:spPr/>
    </dgm:pt>
  </dgm:ptLst>
  <dgm:cxnLst>
    <dgm:cxn modelId="{9AF62A05-7900-401E-B6C9-F138E19EC9D2}" type="presOf" srcId="{B74A927D-1E78-49ED-8F6E-EA8D6E267357}" destId="{A958FB1D-7340-4856-BB10-A570D66ECDB5}" srcOrd="0" destOrd="0" presId="urn:microsoft.com/office/officeart/2005/8/layout/funnel1"/>
    <dgm:cxn modelId="{6A660507-09E1-4B06-AD81-390ACE5B0D9C}" srcId="{B74A927D-1E78-49ED-8F6E-EA8D6E267357}" destId="{B2686769-8AC4-4BD4-9550-978B653E445D}" srcOrd="3" destOrd="0" parTransId="{C0199D62-8E19-4E28-9057-7750FC051B2E}" sibTransId="{53E76D00-C3FB-4929-B949-16189F95BF61}"/>
    <dgm:cxn modelId="{3CBAFF3E-B9FA-4437-BF4C-209FBC6C844A}" srcId="{B74A927D-1E78-49ED-8F6E-EA8D6E267357}" destId="{102871AD-1960-4957-BA54-313782CE0220}" srcOrd="0" destOrd="0" parTransId="{9977FA5C-999B-4E2E-84C6-E32341C8265D}" sibTransId="{8308C42A-7639-4FE1-BAEF-70550049EE1A}"/>
    <dgm:cxn modelId="{CEFEE079-9979-4E0C-BEDA-28FD11E2674C}" type="presOf" srcId="{102871AD-1960-4957-BA54-313782CE0220}" destId="{B702D6C8-B2F6-4D7D-9473-128968C40A7F}" srcOrd="0" destOrd="0" presId="urn:microsoft.com/office/officeart/2005/8/layout/funnel1"/>
    <dgm:cxn modelId="{F48F8D85-2A50-42FD-B215-23B0A0FA96B8}" type="presOf" srcId="{568C1AC5-C91C-48F6-85D8-17738A6A3D47}" destId="{19080CF1-279D-4831-A142-D4E9229B1251}" srcOrd="0" destOrd="0" presId="urn:microsoft.com/office/officeart/2005/8/layout/funnel1"/>
    <dgm:cxn modelId="{5A92729A-A1ED-4D1F-9EEF-CA8374E2A35C}" srcId="{B74A927D-1E78-49ED-8F6E-EA8D6E267357}" destId="{568C1AC5-C91C-48F6-85D8-17738A6A3D47}" srcOrd="2" destOrd="0" parTransId="{6B486C59-A623-49FC-915C-BE0FCC2F943D}" sibTransId="{9124E375-FF31-413E-A275-9D46FF2ADA3B}"/>
    <dgm:cxn modelId="{165D32AC-732E-40C8-9692-BFF0E079A535}" type="presOf" srcId="{0A8C9AF4-640F-44CE-9CCA-D7DB4B3F6709}" destId="{F480D3BE-AFB5-4F77-B66F-23577E4DCCAC}" srcOrd="0" destOrd="0" presId="urn:microsoft.com/office/officeart/2005/8/layout/funnel1"/>
    <dgm:cxn modelId="{08D429D2-6950-4920-9B0A-29A7A2B03A92}" type="presOf" srcId="{B2686769-8AC4-4BD4-9550-978B653E445D}" destId="{130A2CF6-8079-45DD-878D-603B80D48191}" srcOrd="0" destOrd="0" presId="urn:microsoft.com/office/officeart/2005/8/layout/funnel1"/>
    <dgm:cxn modelId="{2E6AB1DD-BDE4-4B33-B1F5-5EB713FC4A14}" srcId="{B74A927D-1E78-49ED-8F6E-EA8D6E267357}" destId="{0A8C9AF4-640F-44CE-9CCA-D7DB4B3F6709}" srcOrd="1" destOrd="0" parTransId="{465503D8-DCE2-458B-8B1B-91CF510C3B44}" sibTransId="{467433F4-227B-4115-9446-FED09944F4A2}"/>
    <dgm:cxn modelId="{00E6759F-5A49-4D10-B39E-175A99B50348}" type="presParOf" srcId="{A958FB1D-7340-4856-BB10-A570D66ECDB5}" destId="{E32A54DD-2820-4F75-A62D-FD6692885E57}" srcOrd="0" destOrd="0" presId="urn:microsoft.com/office/officeart/2005/8/layout/funnel1"/>
    <dgm:cxn modelId="{61227DA2-E055-44A3-9915-167C1AF7874C}" type="presParOf" srcId="{A958FB1D-7340-4856-BB10-A570D66ECDB5}" destId="{B9F79083-F965-4FC4-A244-CFDD68A66B70}" srcOrd="1" destOrd="0" presId="urn:microsoft.com/office/officeart/2005/8/layout/funnel1"/>
    <dgm:cxn modelId="{F3D05B2B-E60C-40AB-BAD7-9AB2C41FD660}" type="presParOf" srcId="{A958FB1D-7340-4856-BB10-A570D66ECDB5}" destId="{130A2CF6-8079-45DD-878D-603B80D48191}" srcOrd="2" destOrd="0" presId="urn:microsoft.com/office/officeart/2005/8/layout/funnel1"/>
    <dgm:cxn modelId="{DE678553-9353-4573-BFAD-2FF77A9A2B21}" type="presParOf" srcId="{A958FB1D-7340-4856-BB10-A570D66ECDB5}" destId="{19080CF1-279D-4831-A142-D4E9229B1251}" srcOrd="3" destOrd="0" presId="urn:microsoft.com/office/officeart/2005/8/layout/funnel1"/>
    <dgm:cxn modelId="{C5F7C49D-8249-4955-ADC1-11143ED6F5C7}" type="presParOf" srcId="{A958FB1D-7340-4856-BB10-A570D66ECDB5}" destId="{F480D3BE-AFB5-4F77-B66F-23577E4DCCAC}" srcOrd="4" destOrd="0" presId="urn:microsoft.com/office/officeart/2005/8/layout/funnel1"/>
    <dgm:cxn modelId="{B4499091-7234-40A6-AB24-976DE05F3210}" type="presParOf" srcId="{A958FB1D-7340-4856-BB10-A570D66ECDB5}" destId="{B702D6C8-B2F6-4D7D-9473-128968C40A7F}" srcOrd="5" destOrd="0" presId="urn:microsoft.com/office/officeart/2005/8/layout/funnel1"/>
    <dgm:cxn modelId="{EAC6DD23-1868-4D93-B502-380E1400B94F}" type="presParOf" srcId="{A958FB1D-7340-4856-BB10-A570D66ECDB5}" destId="{1D783130-3F42-41B4-898B-DADD85AD815A}"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7832CC4-C326-4D2B-8BA0-1E498C6338CD}" type="doc">
      <dgm:prSet loTypeId="urn:microsoft.com/office/officeart/2005/8/layout/hList1" loCatId="list" qsTypeId="urn:microsoft.com/office/officeart/2005/8/quickstyle/simple1" qsCatId="simple" csTypeId="urn:microsoft.com/office/officeart/2005/8/colors/accent2_3" csCatId="accent2" phldr="1"/>
      <dgm:spPr/>
      <dgm:t>
        <a:bodyPr/>
        <a:lstStyle/>
        <a:p>
          <a:endParaRPr lang="en-US"/>
        </a:p>
      </dgm:t>
    </dgm:pt>
    <dgm:pt modelId="{E1B0D0AD-1244-4AEE-BDE0-719694DF541B}">
      <dgm:prSet phldrT="[Text]"/>
      <dgm:spPr/>
      <dgm:t>
        <a:bodyPr/>
        <a:lstStyle/>
        <a:p>
          <a:r>
            <a:rPr lang="en-US"/>
            <a:t>Video Demonstration </a:t>
          </a:r>
        </a:p>
      </dgm:t>
    </dgm:pt>
    <dgm:pt modelId="{9CEE64DC-7A22-4B79-872A-8828182BA8B4}" type="parTrans" cxnId="{A60591B3-7A82-4200-A1EC-ACDF31A6C0D5}">
      <dgm:prSet/>
      <dgm:spPr/>
      <dgm:t>
        <a:bodyPr/>
        <a:lstStyle/>
        <a:p>
          <a:endParaRPr lang="en-US"/>
        </a:p>
      </dgm:t>
    </dgm:pt>
    <dgm:pt modelId="{0969409F-9FC9-4867-879C-28F82DA3FFFF}" type="sibTrans" cxnId="{A60591B3-7A82-4200-A1EC-ACDF31A6C0D5}">
      <dgm:prSet/>
      <dgm:spPr/>
      <dgm:t>
        <a:bodyPr/>
        <a:lstStyle/>
        <a:p>
          <a:endParaRPr lang="en-US"/>
        </a:p>
      </dgm:t>
    </dgm:pt>
    <dgm:pt modelId="{3F1AE702-06FF-40D4-BDF6-8E73FD060036}">
      <dgm:prSet phldrT="[Text]"/>
      <dgm:spPr/>
      <dgm:t>
        <a:bodyPr/>
        <a:lstStyle/>
        <a:p>
          <a:r>
            <a:rPr lang="en-US"/>
            <a:t>Maximum </a:t>
          </a:r>
          <a:r>
            <a:rPr lang="en-US" b="1"/>
            <a:t>5 minute </a:t>
          </a:r>
          <a:r>
            <a:rPr lang="en-US"/>
            <a:t>in length </a:t>
          </a:r>
        </a:p>
      </dgm:t>
    </dgm:pt>
    <dgm:pt modelId="{98DEC985-1263-405F-8FA0-79637533A134}" type="parTrans" cxnId="{AFCF28C6-CDA0-4176-8818-4E98F4CC4AB7}">
      <dgm:prSet/>
      <dgm:spPr/>
      <dgm:t>
        <a:bodyPr/>
        <a:lstStyle/>
        <a:p>
          <a:endParaRPr lang="en-US"/>
        </a:p>
      </dgm:t>
    </dgm:pt>
    <dgm:pt modelId="{75111227-C900-4B8D-B078-602CC7AD9269}" type="sibTrans" cxnId="{AFCF28C6-CDA0-4176-8818-4E98F4CC4AB7}">
      <dgm:prSet/>
      <dgm:spPr/>
      <dgm:t>
        <a:bodyPr/>
        <a:lstStyle/>
        <a:p>
          <a:endParaRPr lang="en-US"/>
        </a:p>
      </dgm:t>
    </dgm:pt>
    <dgm:pt modelId="{810AB357-540E-4366-BF42-CE3AA32E74F6}">
      <dgm:prSet phldrT="[Text]"/>
      <dgm:spPr/>
      <dgm:t>
        <a:bodyPr/>
        <a:lstStyle/>
        <a:p>
          <a:r>
            <a:rPr lang="en-US"/>
            <a:t>Video must be uploaded as an </a:t>
          </a:r>
          <a:r>
            <a:rPr lang="en-US" b="1"/>
            <a:t>unlisted video to YouTube </a:t>
          </a:r>
          <a:r>
            <a:rPr lang="en-US"/>
            <a:t>and link for video submitted with form</a:t>
          </a:r>
        </a:p>
      </dgm:t>
    </dgm:pt>
    <dgm:pt modelId="{2168AF6D-5A81-4842-B306-E65EFC4C9CD5}" type="parTrans" cxnId="{089A5990-A90F-4621-ADB1-16B3A876765B}">
      <dgm:prSet/>
      <dgm:spPr/>
      <dgm:t>
        <a:bodyPr/>
        <a:lstStyle/>
        <a:p>
          <a:endParaRPr lang="en-US"/>
        </a:p>
      </dgm:t>
    </dgm:pt>
    <dgm:pt modelId="{C8D678F5-055E-425F-A56A-F89974BE34CB}" type="sibTrans" cxnId="{089A5990-A90F-4621-ADB1-16B3A876765B}">
      <dgm:prSet/>
      <dgm:spPr/>
      <dgm:t>
        <a:bodyPr/>
        <a:lstStyle/>
        <a:p>
          <a:endParaRPr lang="en-US"/>
        </a:p>
      </dgm:t>
    </dgm:pt>
    <dgm:pt modelId="{0061D35A-82E3-49B4-AD87-98CF1C8D1CF9}">
      <dgm:prSet phldrT="[Text]"/>
      <dgm:spPr/>
      <dgm:t>
        <a:bodyPr/>
        <a:lstStyle/>
        <a:p>
          <a:r>
            <a:rPr lang="en-US"/>
            <a:t>Zip File</a:t>
          </a:r>
        </a:p>
      </dgm:t>
    </dgm:pt>
    <dgm:pt modelId="{065CC842-2C56-4B4D-BD52-85A6597B1744}" type="parTrans" cxnId="{C529752E-38F1-4A6F-AAE1-D2730E50EBCB}">
      <dgm:prSet/>
      <dgm:spPr/>
      <dgm:t>
        <a:bodyPr/>
        <a:lstStyle/>
        <a:p>
          <a:endParaRPr lang="en-US"/>
        </a:p>
      </dgm:t>
    </dgm:pt>
    <dgm:pt modelId="{9C6C3B59-EF4A-4004-B58A-0E4DA8220436}" type="sibTrans" cxnId="{C529752E-38F1-4A6F-AAE1-D2730E50EBCB}">
      <dgm:prSet/>
      <dgm:spPr/>
      <dgm:t>
        <a:bodyPr/>
        <a:lstStyle/>
        <a:p>
          <a:endParaRPr lang="en-US"/>
        </a:p>
      </dgm:t>
    </dgm:pt>
    <dgm:pt modelId="{B2AE223F-1574-47AF-89F3-068288492C9F}">
      <dgm:prSet phldrT="[Text]"/>
      <dgm:spPr/>
      <dgm:t>
        <a:bodyPr/>
        <a:lstStyle/>
        <a:p>
          <a:r>
            <a:rPr lang="en-US"/>
            <a:t>Must include </a:t>
          </a:r>
          <a:r>
            <a:rPr lang="en-US" b="1"/>
            <a:t>all code </a:t>
          </a:r>
        </a:p>
      </dgm:t>
    </dgm:pt>
    <dgm:pt modelId="{9B7320EC-267F-4461-921E-3BA12A226744}" type="parTrans" cxnId="{CB78ADEA-A5C4-4166-BBF6-9166C7326BDF}">
      <dgm:prSet/>
      <dgm:spPr/>
      <dgm:t>
        <a:bodyPr/>
        <a:lstStyle/>
        <a:p>
          <a:endParaRPr lang="en-US"/>
        </a:p>
      </dgm:t>
    </dgm:pt>
    <dgm:pt modelId="{9E26FA76-C847-46DE-87B4-EC6B63837A6A}" type="sibTrans" cxnId="{CB78ADEA-A5C4-4166-BBF6-9166C7326BDF}">
      <dgm:prSet/>
      <dgm:spPr/>
      <dgm:t>
        <a:bodyPr/>
        <a:lstStyle/>
        <a:p>
          <a:endParaRPr lang="en-US"/>
        </a:p>
      </dgm:t>
    </dgm:pt>
    <dgm:pt modelId="{70A82A49-B70D-486D-AF7C-2F990DC72150}">
      <dgm:prSet phldrT="[Text]"/>
      <dgm:spPr/>
      <dgm:t>
        <a:bodyPr/>
        <a:lstStyle/>
        <a:p>
          <a:r>
            <a:rPr lang="en-US"/>
            <a:t>Google Reflection </a:t>
          </a:r>
          <a:r>
            <a:rPr lang="en-US" b="1">
              <a:latin typeface="Calibri Light" panose="020F0302020204030204"/>
            </a:rPr>
            <a:t>Form</a:t>
          </a:r>
          <a:endParaRPr lang="en-US" b="1"/>
        </a:p>
      </dgm:t>
    </dgm:pt>
    <dgm:pt modelId="{40168F86-99F3-4D7D-8200-D3D09386C579}" type="parTrans" cxnId="{9B3E2FAB-AD76-453C-AF99-B982BC391B6D}">
      <dgm:prSet/>
      <dgm:spPr/>
      <dgm:t>
        <a:bodyPr/>
        <a:lstStyle/>
        <a:p>
          <a:endParaRPr lang="en-US"/>
        </a:p>
      </dgm:t>
    </dgm:pt>
    <dgm:pt modelId="{F01815E6-FD0A-4CE2-BD57-2CF8574AA169}" type="sibTrans" cxnId="{9B3E2FAB-AD76-453C-AF99-B982BC391B6D}">
      <dgm:prSet/>
      <dgm:spPr/>
      <dgm:t>
        <a:bodyPr/>
        <a:lstStyle/>
        <a:p>
          <a:endParaRPr lang="en-US"/>
        </a:p>
      </dgm:t>
    </dgm:pt>
    <dgm:pt modelId="{74B8BC78-9060-4674-ADF7-0F8A646B0F39}">
      <dgm:prSet phldrT="[Text]"/>
      <dgm:spPr/>
      <dgm:t>
        <a:bodyPr/>
        <a:lstStyle/>
        <a:p>
          <a:r>
            <a:rPr lang="en-US"/>
            <a:t>Must fill out all </a:t>
          </a:r>
          <a:r>
            <a:rPr lang="en-US" b="1"/>
            <a:t>sections </a:t>
          </a:r>
          <a:r>
            <a:rPr lang="en-US"/>
            <a:t>on the </a:t>
          </a:r>
          <a:r>
            <a:rPr lang="en-US">
              <a:latin typeface="Calibri Light" panose="020F0302020204030204"/>
            </a:rPr>
            <a:t>Google</a:t>
          </a:r>
          <a:r>
            <a:rPr lang="en-US"/>
            <a:t> form provided </a:t>
          </a:r>
        </a:p>
      </dgm:t>
    </dgm:pt>
    <dgm:pt modelId="{1395ABE3-4AB0-4BFC-B6E2-ACA1A40827F0}" type="parTrans" cxnId="{43734C88-0C45-4783-A689-A87E47D63FB3}">
      <dgm:prSet/>
      <dgm:spPr/>
      <dgm:t>
        <a:bodyPr/>
        <a:lstStyle/>
        <a:p>
          <a:endParaRPr lang="en-US"/>
        </a:p>
      </dgm:t>
    </dgm:pt>
    <dgm:pt modelId="{3C44E069-F0D0-48E3-AA00-98F4203BA1CC}" type="sibTrans" cxnId="{43734C88-0C45-4783-A689-A87E47D63FB3}">
      <dgm:prSet/>
      <dgm:spPr/>
      <dgm:t>
        <a:bodyPr/>
        <a:lstStyle/>
        <a:p>
          <a:endParaRPr lang="en-US"/>
        </a:p>
      </dgm:t>
    </dgm:pt>
    <dgm:pt modelId="{B6569329-2DAA-47D7-B28C-3D0304E0CCD0}">
      <dgm:prSet phldrT="[Text]"/>
      <dgm:spPr/>
      <dgm:t>
        <a:bodyPr/>
        <a:lstStyle/>
        <a:p>
          <a:r>
            <a:rPr lang="en-US"/>
            <a:t>Demo must include brief </a:t>
          </a:r>
          <a:r>
            <a:rPr lang="en-US" b="1"/>
            <a:t>explanation</a:t>
          </a:r>
          <a:r>
            <a:rPr lang="en-US"/>
            <a:t> of process</a:t>
          </a:r>
        </a:p>
      </dgm:t>
    </dgm:pt>
    <dgm:pt modelId="{48A41788-5FA9-4E29-8B7B-8E06780B5936}" type="parTrans" cxnId="{F63FFDD3-B282-41C4-B447-A4D7A0C489B6}">
      <dgm:prSet/>
      <dgm:spPr/>
      <dgm:t>
        <a:bodyPr/>
        <a:lstStyle/>
        <a:p>
          <a:endParaRPr lang="en-US"/>
        </a:p>
      </dgm:t>
    </dgm:pt>
    <dgm:pt modelId="{F9222D4B-04C5-4A2D-B76F-757C560849E0}" type="sibTrans" cxnId="{F63FFDD3-B282-41C4-B447-A4D7A0C489B6}">
      <dgm:prSet/>
      <dgm:spPr/>
      <dgm:t>
        <a:bodyPr/>
        <a:lstStyle/>
        <a:p>
          <a:endParaRPr lang="en-US"/>
        </a:p>
      </dgm:t>
    </dgm:pt>
    <dgm:pt modelId="{9EE9F779-BD4C-459C-9516-17BC55B35553}">
      <dgm:prSet phldrT="[Text]"/>
      <dgm:spPr/>
      <dgm:t>
        <a:bodyPr/>
        <a:lstStyle/>
        <a:p>
          <a:r>
            <a:rPr lang="en-US"/>
            <a:t>Demo must show the </a:t>
          </a:r>
          <a:r>
            <a:rPr lang="en-US" b="1"/>
            <a:t>output</a:t>
          </a:r>
          <a:r>
            <a:rPr lang="en-US"/>
            <a:t> for the </a:t>
          </a:r>
          <a:r>
            <a:rPr lang="en-US" b="1"/>
            <a:t>Lora Radio </a:t>
          </a:r>
          <a:r>
            <a:rPr lang="en-US"/>
            <a:t>and the output for the </a:t>
          </a:r>
          <a:r>
            <a:rPr lang="en-US" b="1"/>
            <a:t>Arduino Uno</a:t>
          </a:r>
          <a:endParaRPr lang="en-US"/>
        </a:p>
      </dgm:t>
    </dgm:pt>
    <dgm:pt modelId="{DFCC44E1-7B5B-4310-921E-1C6902F10DDE}" type="parTrans" cxnId="{4D6AA3FA-F535-462D-93B0-9FB20D83345B}">
      <dgm:prSet/>
      <dgm:spPr/>
      <dgm:t>
        <a:bodyPr/>
        <a:lstStyle/>
        <a:p>
          <a:endParaRPr lang="en-US"/>
        </a:p>
      </dgm:t>
    </dgm:pt>
    <dgm:pt modelId="{090DB2EA-CB3B-46C1-8349-A354A506768F}" type="sibTrans" cxnId="{4D6AA3FA-F535-462D-93B0-9FB20D83345B}">
      <dgm:prSet/>
      <dgm:spPr/>
      <dgm:t>
        <a:bodyPr/>
        <a:lstStyle/>
        <a:p>
          <a:endParaRPr lang="en-US"/>
        </a:p>
      </dgm:t>
    </dgm:pt>
    <dgm:pt modelId="{8224A578-AE8D-4290-ADC9-D082921FDB53}">
      <dgm:prSet phldrT="[Text]"/>
      <dgm:spPr/>
      <dgm:t>
        <a:bodyPr/>
        <a:lstStyle/>
        <a:p>
          <a:pPr rtl="0"/>
          <a:r>
            <a:rPr lang="en-US"/>
            <a:t>Include picture of </a:t>
          </a:r>
          <a:r>
            <a:rPr lang="en-US" b="1"/>
            <a:t>diagram for AI architecture</a:t>
          </a:r>
          <a:r>
            <a:rPr lang="en-US"/>
            <a:t> </a:t>
          </a:r>
          <a:r>
            <a:rPr lang="en-US">
              <a:latin typeface="Calibri Light" panose="020F0302020204030204"/>
            </a:rPr>
            <a:t>model </a:t>
          </a:r>
          <a:r>
            <a:rPr lang="en-US"/>
            <a:t>(this can be hand-drawn, looking for functionality not presentation) </a:t>
          </a:r>
          <a:endParaRPr lang="en-US">
            <a:latin typeface="Calibri Light" panose="020F0302020204030204"/>
          </a:endParaRPr>
        </a:p>
      </dgm:t>
    </dgm:pt>
    <dgm:pt modelId="{3CC9CDF6-11C6-441A-8F6F-0EB18E01DCE1}" type="parTrans" cxnId="{A3031C0A-01E5-4752-8FE4-31E051E26F9B}">
      <dgm:prSet/>
      <dgm:spPr/>
      <dgm:t>
        <a:bodyPr/>
        <a:lstStyle/>
        <a:p>
          <a:endParaRPr lang="en-US"/>
        </a:p>
      </dgm:t>
    </dgm:pt>
    <dgm:pt modelId="{12AA79AD-A1F2-4369-9072-D4EDDC8D3AD4}" type="sibTrans" cxnId="{A3031C0A-01E5-4752-8FE4-31E051E26F9B}">
      <dgm:prSet/>
      <dgm:spPr/>
      <dgm:t>
        <a:bodyPr/>
        <a:lstStyle/>
        <a:p>
          <a:endParaRPr lang="en-US"/>
        </a:p>
      </dgm:t>
    </dgm:pt>
    <dgm:pt modelId="{5C553083-0177-405B-AAF5-4AF69868E855}">
      <dgm:prSet phldrT="[Text]"/>
      <dgm:spPr/>
      <dgm:t>
        <a:bodyPr/>
        <a:lstStyle/>
        <a:p>
          <a:r>
            <a:rPr lang="en-US"/>
            <a:t>Must include both </a:t>
          </a:r>
          <a:r>
            <a:rPr lang="en-US" b="1"/>
            <a:t>Lora radio test plan </a:t>
          </a:r>
          <a:r>
            <a:rPr lang="en-US"/>
            <a:t>and </a:t>
          </a:r>
          <a:r>
            <a:rPr lang="en-US" b="1"/>
            <a:t>Arduino Nano test plan </a:t>
          </a:r>
          <a:r>
            <a:rPr lang="en-US"/>
            <a:t>that were produced during the video demonstration</a:t>
          </a:r>
        </a:p>
      </dgm:t>
    </dgm:pt>
    <dgm:pt modelId="{D54E706F-1692-4DFB-92CF-34A3178DAAAA}" type="parTrans" cxnId="{4EE63B15-0D2C-412E-9818-29835E1A9219}">
      <dgm:prSet/>
      <dgm:spPr/>
      <dgm:t>
        <a:bodyPr/>
        <a:lstStyle/>
        <a:p>
          <a:endParaRPr lang="en-US"/>
        </a:p>
      </dgm:t>
    </dgm:pt>
    <dgm:pt modelId="{8F5D0690-94B0-4017-ADF8-4154CB6D0EDF}" type="sibTrans" cxnId="{4EE63B15-0D2C-412E-9818-29835E1A9219}">
      <dgm:prSet/>
      <dgm:spPr/>
      <dgm:t>
        <a:bodyPr/>
        <a:lstStyle/>
        <a:p>
          <a:endParaRPr lang="en-US"/>
        </a:p>
      </dgm:t>
    </dgm:pt>
    <dgm:pt modelId="{CCDF7920-0660-4F4B-A2DC-CF1EFEA4A484}">
      <dgm:prSet phldrT="[Text]"/>
      <dgm:spPr/>
      <dgm:t>
        <a:bodyPr/>
        <a:lstStyle/>
        <a:p>
          <a:r>
            <a:rPr lang="en-US"/>
            <a:t>Must include </a:t>
          </a:r>
          <a:r>
            <a:rPr lang="en-US" b="1"/>
            <a:t>YouTube link </a:t>
          </a:r>
          <a:r>
            <a:rPr lang="en-US"/>
            <a:t>for video demonstration </a:t>
          </a:r>
        </a:p>
      </dgm:t>
    </dgm:pt>
    <dgm:pt modelId="{42CE0E54-0C97-4ED9-A173-2F5A3D8500F0}" type="parTrans" cxnId="{BF99D4EC-768A-48A8-A89E-82307961BE43}">
      <dgm:prSet/>
      <dgm:spPr/>
      <dgm:t>
        <a:bodyPr/>
        <a:lstStyle/>
        <a:p>
          <a:endParaRPr lang="en-US"/>
        </a:p>
      </dgm:t>
    </dgm:pt>
    <dgm:pt modelId="{7D811915-824A-4590-8AE8-67F54D32C7F0}" type="sibTrans" cxnId="{BF99D4EC-768A-48A8-A89E-82307961BE43}">
      <dgm:prSet/>
      <dgm:spPr/>
      <dgm:t>
        <a:bodyPr/>
        <a:lstStyle/>
        <a:p>
          <a:endParaRPr lang="en-US"/>
        </a:p>
      </dgm:t>
    </dgm:pt>
    <dgm:pt modelId="{8FC73480-8BBA-4B9B-B209-30CC6A4D641D}">
      <dgm:prSet phldrT="[Text]"/>
      <dgm:spPr/>
      <dgm:t>
        <a:bodyPr/>
        <a:lstStyle/>
        <a:p>
          <a:r>
            <a:rPr lang="en-US"/>
            <a:t>Must include </a:t>
          </a:r>
          <a:r>
            <a:rPr lang="en-US" b="1"/>
            <a:t>zip file </a:t>
          </a:r>
          <a:r>
            <a:rPr lang="en-US"/>
            <a:t>with all components required </a:t>
          </a:r>
        </a:p>
      </dgm:t>
    </dgm:pt>
    <dgm:pt modelId="{2DCBFFC3-C068-490E-A207-FB3EFF04859C}" type="parTrans" cxnId="{3BE8EA36-B6C2-48B3-901B-4DFBAEA36E5A}">
      <dgm:prSet/>
      <dgm:spPr/>
      <dgm:t>
        <a:bodyPr/>
        <a:lstStyle/>
        <a:p>
          <a:endParaRPr lang="en-US"/>
        </a:p>
      </dgm:t>
    </dgm:pt>
    <dgm:pt modelId="{1C067E1D-A613-4877-8A1E-BDBE30C25C77}" type="sibTrans" cxnId="{3BE8EA36-B6C2-48B3-901B-4DFBAEA36E5A}">
      <dgm:prSet/>
      <dgm:spPr/>
      <dgm:t>
        <a:bodyPr/>
        <a:lstStyle/>
        <a:p>
          <a:endParaRPr lang="en-US"/>
        </a:p>
      </dgm:t>
    </dgm:pt>
    <dgm:pt modelId="{0314877F-0914-48D4-978C-B21564CB792B}">
      <dgm:prSet phldrT="[Text]"/>
      <dgm:spPr/>
      <dgm:t>
        <a:bodyPr/>
        <a:lstStyle/>
        <a:p>
          <a:r>
            <a:rPr lang="en-US"/>
            <a:t>Must fill out all </a:t>
          </a:r>
          <a:r>
            <a:rPr lang="en-US" b="1"/>
            <a:t>reflection questions </a:t>
          </a:r>
          <a:r>
            <a:rPr lang="en-US"/>
            <a:t>for project.</a:t>
          </a:r>
        </a:p>
      </dgm:t>
    </dgm:pt>
    <dgm:pt modelId="{31CA60F1-2974-4006-AE9B-5724FEB6FB95}" type="parTrans" cxnId="{6A903FC2-1DE6-4A02-859D-4F63206B89E0}">
      <dgm:prSet/>
      <dgm:spPr/>
      <dgm:t>
        <a:bodyPr/>
        <a:lstStyle/>
        <a:p>
          <a:endParaRPr lang="en-US"/>
        </a:p>
      </dgm:t>
    </dgm:pt>
    <dgm:pt modelId="{D30D7A7A-CC90-4044-88E9-517F1BF8C4BB}" type="sibTrans" cxnId="{6A903FC2-1DE6-4A02-859D-4F63206B89E0}">
      <dgm:prSet/>
      <dgm:spPr/>
      <dgm:t>
        <a:bodyPr/>
        <a:lstStyle/>
        <a:p>
          <a:endParaRPr lang="en-US"/>
        </a:p>
      </dgm:t>
    </dgm:pt>
    <dgm:pt modelId="{9DA7961B-3177-4E77-9ADF-3B7EE3639968}">
      <dgm:prSet phldrT="[Text]"/>
      <dgm:spPr/>
      <dgm:t>
        <a:bodyPr/>
        <a:lstStyle/>
        <a:p>
          <a:r>
            <a:rPr lang="en-US" b="0"/>
            <a:t>Include local git repository in zip file</a:t>
          </a:r>
        </a:p>
      </dgm:t>
    </dgm:pt>
    <dgm:pt modelId="{B0A30A0A-E403-41AD-B456-E5C15455979C}" type="parTrans" cxnId="{1978ED23-5C2C-44AA-99E2-07F97B4E4662}">
      <dgm:prSet/>
      <dgm:spPr/>
    </dgm:pt>
    <dgm:pt modelId="{1C88BC20-4A65-48BA-BC18-13D0A1CFBB07}" type="sibTrans" cxnId="{1978ED23-5C2C-44AA-99E2-07F97B4E4662}">
      <dgm:prSet/>
      <dgm:spPr/>
    </dgm:pt>
    <dgm:pt modelId="{FCB31D23-FBB1-44BB-ACA2-D78D8330BBE4}" type="pres">
      <dgm:prSet presAssocID="{F7832CC4-C326-4D2B-8BA0-1E498C6338CD}" presName="Name0" presStyleCnt="0">
        <dgm:presLayoutVars>
          <dgm:dir/>
          <dgm:animLvl val="lvl"/>
          <dgm:resizeHandles val="exact"/>
        </dgm:presLayoutVars>
      </dgm:prSet>
      <dgm:spPr/>
    </dgm:pt>
    <dgm:pt modelId="{D97A391A-AA0E-474F-80F8-CEFC276F789B}" type="pres">
      <dgm:prSet presAssocID="{E1B0D0AD-1244-4AEE-BDE0-719694DF541B}" presName="composite" presStyleCnt="0"/>
      <dgm:spPr/>
    </dgm:pt>
    <dgm:pt modelId="{CABD7F0B-91D8-4D51-B650-CC921C2C49E9}" type="pres">
      <dgm:prSet presAssocID="{E1B0D0AD-1244-4AEE-BDE0-719694DF541B}" presName="parTx" presStyleLbl="alignNode1" presStyleIdx="0" presStyleCnt="3">
        <dgm:presLayoutVars>
          <dgm:chMax val="0"/>
          <dgm:chPref val="0"/>
          <dgm:bulletEnabled val="1"/>
        </dgm:presLayoutVars>
      </dgm:prSet>
      <dgm:spPr/>
    </dgm:pt>
    <dgm:pt modelId="{C5F02557-7040-41D7-B653-CEC3EE969AB8}" type="pres">
      <dgm:prSet presAssocID="{E1B0D0AD-1244-4AEE-BDE0-719694DF541B}" presName="desTx" presStyleLbl="alignAccFollowNode1" presStyleIdx="0" presStyleCnt="3">
        <dgm:presLayoutVars>
          <dgm:bulletEnabled val="1"/>
        </dgm:presLayoutVars>
      </dgm:prSet>
      <dgm:spPr/>
    </dgm:pt>
    <dgm:pt modelId="{EB19DA4E-A1F7-4D12-9D66-55F8FF4D4C33}" type="pres">
      <dgm:prSet presAssocID="{0969409F-9FC9-4867-879C-28F82DA3FFFF}" presName="space" presStyleCnt="0"/>
      <dgm:spPr/>
    </dgm:pt>
    <dgm:pt modelId="{45DF0723-B276-4345-82EB-C684F7211B0B}" type="pres">
      <dgm:prSet presAssocID="{0061D35A-82E3-49B4-AD87-98CF1C8D1CF9}" presName="composite" presStyleCnt="0"/>
      <dgm:spPr/>
    </dgm:pt>
    <dgm:pt modelId="{64BAC439-7F56-42E3-A7E4-2237C741621F}" type="pres">
      <dgm:prSet presAssocID="{0061D35A-82E3-49B4-AD87-98CF1C8D1CF9}" presName="parTx" presStyleLbl="alignNode1" presStyleIdx="1" presStyleCnt="3">
        <dgm:presLayoutVars>
          <dgm:chMax val="0"/>
          <dgm:chPref val="0"/>
          <dgm:bulletEnabled val="1"/>
        </dgm:presLayoutVars>
      </dgm:prSet>
      <dgm:spPr/>
    </dgm:pt>
    <dgm:pt modelId="{CC88C3C6-4851-4933-9A83-6F2ECA1AF3D6}" type="pres">
      <dgm:prSet presAssocID="{0061D35A-82E3-49B4-AD87-98CF1C8D1CF9}" presName="desTx" presStyleLbl="alignAccFollowNode1" presStyleIdx="1" presStyleCnt="3">
        <dgm:presLayoutVars>
          <dgm:bulletEnabled val="1"/>
        </dgm:presLayoutVars>
      </dgm:prSet>
      <dgm:spPr/>
    </dgm:pt>
    <dgm:pt modelId="{7201F74C-E536-4393-8927-B77617183039}" type="pres">
      <dgm:prSet presAssocID="{9C6C3B59-EF4A-4004-B58A-0E4DA8220436}" presName="space" presStyleCnt="0"/>
      <dgm:spPr/>
    </dgm:pt>
    <dgm:pt modelId="{4531B077-52B2-4A1D-BD2A-FA78633B95CC}" type="pres">
      <dgm:prSet presAssocID="{70A82A49-B70D-486D-AF7C-2F990DC72150}" presName="composite" presStyleCnt="0"/>
      <dgm:spPr/>
    </dgm:pt>
    <dgm:pt modelId="{5EFEBCCF-0684-4DC5-A3A2-9EB301235D0A}" type="pres">
      <dgm:prSet presAssocID="{70A82A49-B70D-486D-AF7C-2F990DC72150}" presName="parTx" presStyleLbl="alignNode1" presStyleIdx="2" presStyleCnt="3">
        <dgm:presLayoutVars>
          <dgm:chMax val="0"/>
          <dgm:chPref val="0"/>
          <dgm:bulletEnabled val="1"/>
        </dgm:presLayoutVars>
      </dgm:prSet>
      <dgm:spPr/>
    </dgm:pt>
    <dgm:pt modelId="{EAD483E8-4D22-4A78-AF90-65861BCBA002}" type="pres">
      <dgm:prSet presAssocID="{70A82A49-B70D-486D-AF7C-2F990DC72150}" presName="desTx" presStyleLbl="alignAccFollowNode1" presStyleIdx="2" presStyleCnt="3">
        <dgm:presLayoutVars>
          <dgm:bulletEnabled val="1"/>
        </dgm:presLayoutVars>
      </dgm:prSet>
      <dgm:spPr/>
    </dgm:pt>
  </dgm:ptLst>
  <dgm:cxnLst>
    <dgm:cxn modelId="{A3031C0A-01E5-4752-8FE4-31E051E26F9B}" srcId="{0061D35A-82E3-49B4-AD87-98CF1C8D1CF9}" destId="{8224A578-AE8D-4290-ADC9-D082921FDB53}" srcOrd="2" destOrd="0" parTransId="{3CC9CDF6-11C6-441A-8F6F-0EB18E01DCE1}" sibTransId="{12AA79AD-A1F2-4369-9072-D4EDDC8D3AD4}"/>
    <dgm:cxn modelId="{09571415-872B-4ED7-B645-B064151AF6C2}" type="presOf" srcId="{B2AE223F-1574-47AF-89F3-068288492C9F}" destId="{CC88C3C6-4851-4933-9A83-6F2ECA1AF3D6}" srcOrd="0" destOrd="0" presId="urn:microsoft.com/office/officeart/2005/8/layout/hList1"/>
    <dgm:cxn modelId="{4EE63B15-0D2C-412E-9818-29835E1A9219}" srcId="{0061D35A-82E3-49B4-AD87-98CF1C8D1CF9}" destId="{5C553083-0177-405B-AAF5-4AF69868E855}" srcOrd="3" destOrd="0" parTransId="{D54E706F-1692-4DFB-92CF-34A3178DAAAA}" sibTransId="{8F5D0690-94B0-4017-ADF8-4154CB6D0EDF}"/>
    <dgm:cxn modelId="{1978ED23-5C2C-44AA-99E2-07F97B4E4662}" srcId="{0061D35A-82E3-49B4-AD87-98CF1C8D1CF9}" destId="{9DA7961B-3177-4E77-9ADF-3B7EE3639968}" srcOrd="1" destOrd="0" parTransId="{B0A30A0A-E403-41AD-B456-E5C15455979C}" sibTransId="{1C88BC20-4A65-48BA-BC18-13D0A1CFBB07}"/>
    <dgm:cxn modelId="{60BB8726-D35E-4F8C-9110-C6AD48375CA2}" type="presOf" srcId="{8FC73480-8BBA-4B9B-B209-30CC6A4D641D}" destId="{EAD483E8-4D22-4A78-AF90-65861BCBA002}" srcOrd="0" destOrd="2" presId="urn:microsoft.com/office/officeart/2005/8/layout/hList1"/>
    <dgm:cxn modelId="{C529752E-38F1-4A6F-AAE1-D2730E50EBCB}" srcId="{F7832CC4-C326-4D2B-8BA0-1E498C6338CD}" destId="{0061D35A-82E3-49B4-AD87-98CF1C8D1CF9}" srcOrd="1" destOrd="0" parTransId="{065CC842-2C56-4B4D-BD52-85A6597B1744}" sibTransId="{9C6C3B59-EF4A-4004-B58A-0E4DA8220436}"/>
    <dgm:cxn modelId="{FF117930-6823-4595-B954-113DEFA181A4}" type="presOf" srcId="{74B8BC78-9060-4674-ADF7-0F8A646B0F39}" destId="{EAD483E8-4D22-4A78-AF90-65861BCBA002}" srcOrd="0" destOrd="0" presId="urn:microsoft.com/office/officeart/2005/8/layout/hList1"/>
    <dgm:cxn modelId="{3BE8EA36-B6C2-48B3-901B-4DFBAEA36E5A}" srcId="{70A82A49-B70D-486D-AF7C-2F990DC72150}" destId="{8FC73480-8BBA-4B9B-B209-30CC6A4D641D}" srcOrd="2" destOrd="0" parTransId="{2DCBFFC3-C068-490E-A207-FB3EFF04859C}" sibTransId="{1C067E1D-A613-4877-8A1E-BDBE30C25C77}"/>
    <dgm:cxn modelId="{A0F4445D-3D54-4767-9A03-88C748C2BFB5}" type="presOf" srcId="{3F1AE702-06FF-40D4-BDF6-8E73FD060036}" destId="{C5F02557-7040-41D7-B653-CEC3EE969AB8}" srcOrd="0" destOrd="0" presId="urn:microsoft.com/office/officeart/2005/8/layout/hList1"/>
    <dgm:cxn modelId="{235D8F5D-C9D5-4990-B3E4-08F13911BDB4}" type="presOf" srcId="{F7832CC4-C326-4D2B-8BA0-1E498C6338CD}" destId="{FCB31D23-FBB1-44BB-ACA2-D78D8330BBE4}" srcOrd="0" destOrd="0" presId="urn:microsoft.com/office/officeart/2005/8/layout/hList1"/>
    <dgm:cxn modelId="{70C7DF64-2141-4CA9-ACEF-04BC46B41CB3}" type="presOf" srcId="{0314877F-0914-48D4-978C-B21564CB792B}" destId="{EAD483E8-4D22-4A78-AF90-65861BCBA002}" srcOrd="0" destOrd="3" presId="urn:microsoft.com/office/officeart/2005/8/layout/hList1"/>
    <dgm:cxn modelId="{67CB9779-89D6-48E8-87A1-BA3306A0FB94}" type="presOf" srcId="{E1B0D0AD-1244-4AEE-BDE0-719694DF541B}" destId="{CABD7F0B-91D8-4D51-B650-CC921C2C49E9}" srcOrd="0" destOrd="0" presId="urn:microsoft.com/office/officeart/2005/8/layout/hList1"/>
    <dgm:cxn modelId="{43734C88-0C45-4783-A689-A87E47D63FB3}" srcId="{70A82A49-B70D-486D-AF7C-2F990DC72150}" destId="{74B8BC78-9060-4674-ADF7-0F8A646B0F39}" srcOrd="0" destOrd="0" parTransId="{1395ABE3-4AB0-4BFC-B6E2-ACA1A40827F0}" sibTransId="{3C44E069-F0D0-48E3-AA00-98F4203BA1CC}"/>
    <dgm:cxn modelId="{089A5990-A90F-4621-ADB1-16B3A876765B}" srcId="{E1B0D0AD-1244-4AEE-BDE0-719694DF541B}" destId="{810AB357-540E-4366-BF42-CE3AA32E74F6}" srcOrd="1" destOrd="0" parTransId="{2168AF6D-5A81-4842-B306-E65EFC4C9CD5}" sibTransId="{C8D678F5-055E-425F-A56A-F89974BE34CB}"/>
    <dgm:cxn modelId="{7FA2FA96-6D37-47F5-A88A-476B9C728EEE}" type="presOf" srcId="{5C553083-0177-405B-AAF5-4AF69868E855}" destId="{CC88C3C6-4851-4933-9A83-6F2ECA1AF3D6}" srcOrd="0" destOrd="3" presId="urn:microsoft.com/office/officeart/2005/8/layout/hList1"/>
    <dgm:cxn modelId="{9B3E2FAB-AD76-453C-AF99-B982BC391B6D}" srcId="{F7832CC4-C326-4D2B-8BA0-1E498C6338CD}" destId="{70A82A49-B70D-486D-AF7C-2F990DC72150}" srcOrd="2" destOrd="0" parTransId="{40168F86-99F3-4D7D-8200-D3D09386C579}" sibTransId="{F01815E6-FD0A-4CE2-BD57-2CF8574AA169}"/>
    <dgm:cxn modelId="{9E6D4CAC-EB9F-4545-8E11-2A68D9DB478E}" type="presOf" srcId="{810AB357-540E-4366-BF42-CE3AA32E74F6}" destId="{C5F02557-7040-41D7-B653-CEC3EE969AB8}" srcOrd="0" destOrd="1" presId="urn:microsoft.com/office/officeart/2005/8/layout/hList1"/>
    <dgm:cxn modelId="{A60591B3-7A82-4200-A1EC-ACDF31A6C0D5}" srcId="{F7832CC4-C326-4D2B-8BA0-1E498C6338CD}" destId="{E1B0D0AD-1244-4AEE-BDE0-719694DF541B}" srcOrd="0" destOrd="0" parTransId="{9CEE64DC-7A22-4B79-872A-8828182BA8B4}" sibTransId="{0969409F-9FC9-4867-879C-28F82DA3FFFF}"/>
    <dgm:cxn modelId="{A813CAB6-D6CF-453C-A4AC-217C1C32C604}" type="presOf" srcId="{9DA7961B-3177-4E77-9ADF-3B7EE3639968}" destId="{CC88C3C6-4851-4933-9A83-6F2ECA1AF3D6}" srcOrd="0" destOrd="1" presId="urn:microsoft.com/office/officeart/2005/8/layout/hList1"/>
    <dgm:cxn modelId="{6A903FC2-1DE6-4A02-859D-4F63206B89E0}" srcId="{70A82A49-B70D-486D-AF7C-2F990DC72150}" destId="{0314877F-0914-48D4-978C-B21564CB792B}" srcOrd="3" destOrd="0" parTransId="{31CA60F1-2974-4006-AE9B-5724FEB6FB95}" sibTransId="{D30D7A7A-CC90-4044-88E9-517F1BF8C4BB}"/>
    <dgm:cxn modelId="{AFCF28C6-CDA0-4176-8818-4E98F4CC4AB7}" srcId="{E1B0D0AD-1244-4AEE-BDE0-719694DF541B}" destId="{3F1AE702-06FF-40D4-BDF6-8E73FD060036}" srcOrd="0" destOrd="0" parTransId="{98DEC985-1263-405F-8FA0-79637533A134}" sibTransId="{75111227-C900-4B8D-B078-602CC7AD9269}"/>
    <dgm:cxn modelId="{F63FFDD3-B282-41C4-B447-A4D7A0C489B6}" srcId="{E1B0D0AD-1244-4AEE-BDE0-719694DF541B}" destId="{B6569329-2DAA-47D7-B28C-3D0304E0CCD0}" srcOrd="2" destOrd="0" parTransId="{48A41788-5FA9-4E29-8B7B-8E06780B5936}" sibTransId="{F9222D4B-04C5-4A2D-B76F-757C560849E0}"/>
    <dgm:cxn modelId="{28A3F0D6-5E12-467B-8076-33A8E27A5A25}" type="presOf" srcId="{0061D35A-82E3-49B4-AD87-98CF1C8D1CF9}" destId="{64BAC439-7F56-42E3-A7E4-2237C741621F}" srcOrd="0" destOrd="0" presId="urn:microsoft.com/office/officeart/2005/8/layout/hList1"/>
    <dgm:cxn modelId="{3D2F2ADF-C10F-4C67-9750-32371F25C789}" type="presOf" srcId="{CCDF7920-0660-4F4B-A2DC-CF1EFEA4A484}" destId="{EAD483E8-4D22-4A78-AF90-65861BCBA002}" srcOrd="0" destOrd="1" presId="urn:microsoft.com/office/officeart/2005/8/layout/hList1"/>
    <dgm:cxn modelId="{B843C3E0-A412-49D1-B4B5-C606B3DE5FFF}" type="presOf" srcId="{B6569329-2DAA-47D7-B28C-3D0304E0CCD0}" destId="{C5F02557-7040-41D7-B653-CEC3EE969AB8}" srcOrd="0" destOrd="2" presId="urn:microsoft.com/office/officeart/2005/8/layout/hList1"/>
    <dgm:cxn modelId="{41D2F5E5-EAEB-4CF6-8E1F-7396693DD3EC}" type="presOf" srcId="{9EE9F779-BD4C-459C-9516-17BC55B35553}" destId="{C5F02557-7040-41D7-B653-CEC3EE969AB8}" srcOrd="0" destOrd="3" presId="urn:microsoft.com/office/officeart/2005/8/layout/hList1"/>
    <dgm:cxn modelId="{CB78ADEA-A5C4-4166-BBF6-9166C7326BDF}" srcId="{0061D35A-82E3-49B4-AD87-98CF1C8D1CF9}" destId="{B2AE223F-1574-47AF-89F3-068288492C9F}" srcOrd="0" destOrd="0" parTransId="{9B7320EC-267F-4461-921E-3BA12A226744}" sibTransId="{9E26FA76-C847-46DE-87B4-EC6B63837A6A}"/>
    <dgm:cxn modelId="{BF99D4EC-768A-48A8-A89E-82307961BE43}" srcId="{70A82A49-B70D-486D-AF7C-2F990DC72150}" destId="{CCDF7920-0660-4F4B-A2DC-CF1EFEA4A484}" srcOrd="1" destOrd="0" parTransId="{42CE0E54-0C97-4ED9-A173-2F5A3D8500F0}" sibTransId="{7D811915-824A-4590-8AE8-67F54D32C7F0}"/>
    <dgm:cxn modelId="{8A7E74F8-28A4-4ACF-9BDA-CC36EA6D740F}" type="presOf" srcId="{70A82A49-B70D-486D-AF7C-2F990DC72150}" destId="{5EFEBCCF-0684-4DC5-A3A2-9EB301235D0A}" srcOrd="0" destOrd="0" presId="urn:microsoft.com/office/officeart/2005/8/layout/hList1"/>
    <dgm:cxn modelId="{4D6AA3FA-F535-462D-93B0-9FB20D83345B}" srcId="{E1B0D0AD-1244-4AEE-BDE0-719694DF541B}" destId="{9EE9F779-BD4C-459C-9516-17BC55B35553}" srcOrd="3" destOrd="0" parTransId="{DFCC44E1-7B5B-4310-921E-1C6902F10DDE}" sibTransId="{090DB2EA-CB3B-46C1-8349-A354A506768F}"/>
    <dgm:cxn modelId="{74EEEBFE-C6CB-4358-8A05-6E94E6762EFF}" type="presOf" srcId="{8224A578-AE8D-4290-ADC9-D082921FDB53}" destId="{CC88C3C6-4851-4933-9A83-6F2ECA1AF3D6}" srcOrd="0" destOrd="2" presId="urn:microsoft.com/office/officeart/2005/8/layout/hList1"/>
    <dgm:cxn modelId="{C2944352-BD2A-40CB-8EDE-377EA80D7181}" type="presParOf" srcId="{FCB31D23-FBB1-44BB-ACA2-D78D8330BBE4}" destId="{D97A391A-AA0E-474F-80F8-CEFC276F789B}" srcOrd="0" destOrd="0" presId="urn:microsoft.com/office/officeart/2005/8/layout/hList1"/>
    <dgm:cxn modelId="{16D97D29-33B6-4545-AD41-9D1A1684227F}" type="presParOf" srcId="{D97A391A-AA0E-474F-80F8-CEFC276F789B}" destId="{CABD7F0B-91D8-4D51-B650-CC921C2C49E9}" srcOrd="0" destOrd="0" presId="urn:microsoft.com/office/officeart/2005/8/layout/hList1"/>
    <dgm:cxn modelId="{D67621A5-2B89-4BD8-B301-5E8793CFF50D}" type="presParOf" srcId="{D97A391A-AA0E-474F-80F8-CEFC276F789B}" destId="{C5F02557-7040-41D7-B653-CEC3EE969AB8}" srcOrd="1" destOrd="0" presId="urn:microsoft.com/office/officeart/2005/8/layout/hList1"/>
    <dgm:cxn modelId="{AC691EA5-DA34-4DDB-9DA8-106D661991B1}" type="presParOf" srcId="{FCB31D23-FBB1-44BB-ACA2-D78D8330BBE4}" destId="{EB19DA4E-A1F7-4D12-9D66-55F8FF4D4C33}" srcOrd="1" destOrd="0" presId="urn:microsoft.com/office/officeart/2005/8/layout/hList1"/>
    <dgm:cxn modelId="{461FC9D0-5C1A-496C-8908-CFE1EAF79B0C}" type="presParOf" srcId="{FCB31D23-FBB1-44BB-ACA2-D78D8330BBE4}" destId="{45DF0723-B276-4345-82EB-C684F7211B0B}" srcOrd="2" destOrd="0" presId="urn:microsoft.com/office/officeart/2005/8/layout/hList1"/>
    <dgm:cxn modelId="{8F51E697-E8CE-469D-A7D0-86623F40BBAD}" type="presParOf" srcId="{45DF0723-B276-4345-82EB-C684F7211B0B}" destId="{64BAC439-7F56-42E3-A7E4-2237C741621F}" srcOrd="0" destOrd="0" presId="urn:microsoft.com/office/officeart/2005/8/layout/hList1"/>
    <dgm:cxn modelId="{27BB2221-167F-44BE-88E0-3D45B9C60E47}" type="presParOf" srcId="{45DF0723-B276-4345-82EB-C684F7211B0B}" destId="{CC88C3C6-4851-4933-9A83-6F2ECA1AF3D6}" srcOrd="1" destOrd="0" presId="urn:microsoft.com/office/officeart/2005/8/layout/hList1"/>
    <dgm:cxn modelId="{88EA6700-E5EE-46D3-98A6-47522103ADD5}" type="presParOf" srcId="{FCB31D23-FBB1-44BB-ACA2-D78D8330BBE4}" destId="{7201F74C-E536-4393-8927-B77617183039}" srcOrd="3" destOrd="0" presId="urn:microsoft.com/office/officeart/2005/8/layout/hList1"/>
    <dgm:cxn modelId="{05A9960F-9281-43C2-B660-AF77F93333E1}" type="presParOf" srcId="{FCB31D23-FBB1-44BB-ACA2-D78D8330BBE4}" destId="{4531B077-52B2-4A1D-BD2A-FA78633B95CC}" srcOrd="4" destOrd="0" presId="urn:microsoft.com/office/officeart/2005/8/layout/hList1"/>
    <dgm:cxn modelId="{B93EF21B-5B8B-4B41-87D4-44E0006B7B87}" type="presParOf" srcId="{4531B077-52B2-4A1D-BD2A-FA78633B95CC}" destId="{5EFEBCCF-0684-4DC5-A3A2-9EB301235D0A}" srcOrd="0" destOrd="0" presId="urn:microsoft.com/office/officeart/2005/8/layout/hList1"/>
    <dgm:cxn modelId="{38B7D23F-9685-4AE4-98C6-3937F53EC224}" type="presParOf" srcId="{4531B077-52B2-4A1D-BD2A-FA78633B95CC}" destId="{EAD483E8-4D22-4A78-AF90-65861BCBA00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88AD98-A429-4AFA-998C-260AADA7A33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A9372D92-2045-4F05-AF61-E204FE142B63}">
      <dgm:prSet/>
      <dgm:spPr/>
      <dgm:t>
        <a:bodyPr/>
        <a:lstStyle/>
        <a:p>
          <a:r>
            <a:rPr lang="en-US" b="1"/>
            <a:t>8:00</a:t>
          </a:r>
          <a:r>
            <a:rPr lang="en-US"/>
            <a:t> - Doors open/Breakfast → Wertheim Lobby </a:t>
          </a:r>
        </a:p>
      </dgm:t>
    </dgm:pt>
    <dgm:pt modelId="{6B645702-1C84-404D-9D95-D7AB19018C6A}" type="parTrans" cxnId="{18A24A1F-7221-4DC2-8FDC-B5A142C5E9DE}">
      <dgm:prSet/>
      <dgm:spPr/>
      <dgm:t>
        <a:bodyPr/>
        <a:lstStyle/>
        <a:p>
          <a:endParaRPr lang="en-US"/>
        </a:p>
      </dgm:t>
    </dgm:pt>
    <dgm:pt modelId="{4CE39C9E-53B5-466D-9812-F1AAB81CAEDC}" type="sibTrans" cxnId="{18A24A1F-7221-4DC2-8FDC-B5A142C5E9DE}">
      <dgm:prSet/>
      <dgm:spPr/>
      <dgm:t>
        <a:bodyPr/>
        <a:lstStyle/>
        <a:p>
          <a:endParaRPr lang="en-US"/>
        </a:p>
      </dgm:t>
    </dgm:pt>
    <dgm:pt modelId="{CF70BDFA-94FA-468A-8C4D-35B87D2C0F53}">
      <dgm:prSet/>
      <dgm:spPr/>
      <dgm:t>
        <a:bodyPr/>
        <a:lstStyle/>
        <a:p>
          <a:r>
            <a:rPr lang="en-US" b="1"/>
            <a:t>8:15 </a:t>
          </a:r>
          <a:r>
            <a:rPr lang="en-US"/>
            <a:t>– Project Overview and Submission Review </a:t>
          </a:r>
        </a:p>
      </dgm:t>
    </dgm:pt>
    <dgm:pt modelId="{934F1313-58BF-4AEE-AF8D-1C488662E7E3}" type="parTrans" cxnId="{934E9A5E-D675-47A2-928C-40EC94A436D0}">
      <dgm:prSet/>
      <dgm:spPr/>
      <dgm:t>
        <a:bodyPr/>
        <a:lstStyle/>
        <a:p>
          <a:endParaRPr lang="en-US"/>
        </a:p>
      </dgm:t>
    </dgm:pt>
    <dgm:pt modelId="{2B8A7787-F615-4086-AD70-1E3F2A8DA960}" type="sibTrans" cxnId="{934E9A5E-D675-47A2-928C-40EC94A436D0}">
      <dgm:prSet/>
      <dgm:spPr/>
      <dgm:t>
        <a:bodyPr/>
        <a:lstStyle/>
        <a:p>
          <a:endParaRPr lang="en-US"/>
        </a:p>
      </dgm:t>
    </dgm:pt>
    <dgm:pt modelId="{8C366A2B-2423-43F5-82FC-BF7B93BDEC38}">
      <dgm:prSet/>
      <dgm:spPr/>
      <dgm:t>
        <a:bodyPr/>
        <a:lstStyle/>
        <a:p>
          <a:r>
            <a:rPr lang="en-US" b="1"/>
            <a:t>8:40</a:t>
          </a:r>
          <a:r>
            <a:rPr lang="en-US"/>
            <a:t> - Group Formation</a:t>
          </a:r>
        </a:p>
      </dgm:t>
    </dgm:pt>
    <dgm:pt modelId="{F4A1D61F-9D00-45C7-BA6D-97CEBD67171B}" type="parTrans" cxnId="{1CF35526-68BB-4DBF-8055-3395FA0520B0}">
      <dgm:prSet/>
      <dgm:spPr/>
      <dgm:t>
        <a:bodyPr/>
        <a:lstStyle/>
        <a:p>
          <a:endParaRPr lang="en-US"/>
        </a:p>
      </dgm:t>
    </dgm:pt>
    <dgm:pt modelId="{A29AD5A1-518B-460A-AA9E-9E200A53826A}" type="sibTrans" cxnId="{1CF35526-68BB-4DBF-8055-3395FA0520B0}">
      <dgm:prSet/>
      <dgm:spPr/>
      <dgm:t>
        <a:bodyPr/>
        <a:lstStyle/>
        <a:p>
          <a:endParaRPr lang="en-US"/>
        </a:p>
      </dgm:t>
    </dgm:pt>
    <dgm:pt modelId="{0E37EDE3-C860-4F3E-8A92-C8C4537291BF}">
      <dgm:prSet/>
      <dgm:spPr/>
      <dgm:t>
        <a:bodyPr/>
        <a:lstStyle/>
        <a:p>
          <a:r>
            <a:rPr lang="en-US" b="1"/>
            <a:t>9:00</a:t>
          </a:r>
          <a:r>
            <a:rPr lang="en-US"/>
            <a:t> - Competition Begins </a:t>
          </a:r>
        </a:p>
      </dgm:t>
    </dgm:pt>
    <dgm:pt modelId="{6E0A79F6-6535-4E49-BA77-CC15EC46ECCB}" type="parTrans" cxnId="{1DFA5B19-86F1-430A-B5BA-CAF85DB259EC}">
      <dgm:prSet/>
      <dgm:spPr/>
      <dgm:t>
        <a:bodyPr/>
        <a:lstStyle/>
        <a:p>
          <a:endParaRPr lang="en-US"/>
        </a:p>
      </dgm:t>
    </dgm:pt>
    <dgm:pt modelId="{2F76242C-344D-4F2B-B254-62C33F965CF6}" type="sibTrans" cxnId="{1DFA5B19-86F1-430A-B5BA-CAF85DB259EC}">
      <dgm:prSet/>
      <dgm:spPr/>
      <dgm:t>
        <a:bodyPr/>
        <a:lstStyle/>
        <a:p>
          <a:endParaRPr lang="en-US"/>
        </a:p>
      </dgm:t>
    </dgm:pt>
    <dgm:pt modelId="{8994735B-64D3-4D64-BDDF-4046720783F4}">
      <dgm:prSet/>
      <dgm:spPr/>
      <dgm:t>
        <a:bodyPr/>
        <a:lstStyle/>
        <a:p>
          <a:r>
            <a:rPr lang="en-US" b="1"/>
            <a:t>12:30</a:t>
          </a:r>
          <a:r>
            <a:rPr lang="en-US"/>
            <a:t> - Lunch </a:t>
          </a:r>
          <a:r>
            <a:rPr lang="en-US">
              <a:solidFill>
                <a:schemeClr val="tx1">
                  <a:lumMod val="65000"/>
                  <a:lumOff val="35000"/>
                </a:schemeClr>
              </a:solidFill>
            </a:rPr>
            <a:t>(Optional Break) </a:t>
          </a:r>
          <a:r>
            <a:rPr lang="en-US"/>
            <a:t>→ Wertheim Lobby </a:t>
          </a:r>
        </a:p>
      </dgm:t>
    </dgm:pt>
    <dgm:pt modelId="{94B23FDB-AFCB-4184-8EBB-8151831B6214}" type="parTrans" cxnId="{2BB1016C-E9E9-47FF-9A19-F68EC43CF919}">
      <dgm:prSet/>
      <dgm:spPr/>
      <dgm:t>
        <a:bodyPr/>
        <a:lstStyle/>
        <a:p>
          <a:endParaRPr lang="en-US"/>
        </a:p>
      </dgm:t>
    </dgm:pt>
    <dgm:pt modelId="{D8610EFB-D00D-4424-8B7D-DA800936AFF4}" type="sibTrans" cxnId="{2BB1016C-E9E9-47FF-9A19-F68EC43CF919}">
      <dgm:prSet/>
      <dgm:spPr/>
      <dgm:t>
        <a:bodyPr/>
        <a:lstStyle/>
        <a:p>
          <a:endParaRPr lang="en-US"/>
        </a:p>
      </dgm:t>
    </dgm:pt>
    <dgm:pt modelId="{3D9C2411-E98B-413B-A4C0-D1D4D9B96494}">
      <dgm:prSet/>
      <dgm:spPr/>
      <dgm:t>
        <a:bodyPr/>
        <a:lstStyle/>
        <a:p>
          <a:r>
            <a:rPr lang="en-US" b="1"/>
            <a:t>5:00</a:t>
          </a:r>
          <a:r>
            <a:rPr lang="en-US"/>
            <a:t> – Code/Video Submissions Due</a:t>
          </a:r>
        </a:p>
      </dgm:t>
    </dgm:pt>
    <dgm:pt modelId="{15CAFB61-8A7A-4872-9EAE-47E8B9CFBED8}" type="parTrans" cxnId="{528A41E2-D87E-4F7B-B90F-EF7DA2924B16}">
      <dgm:prSet/>
      <dgm:spPr/>
      <dgm:t>
        <a:bodyPr/>
        <a:lstStyle/>
        <a:p>
          <a:endParaRPr lang="en-US"/>
        </a:p>
      </dgm:t>
    </dgm:pt>
    <dgm:pt modelId="{DE38EC63-BEB1-4AA4-8283-6DA871998A68}" type="sibTrans" cxnId="{528A41E2-D87E-4F7B-B90F-EF7DA2924B16}">
      <dgm:prSet/>
      <dgm:spPr/>
      <dgm:t>
        <a:bodyPr/>
        <a:lstStyle/>
        <a:p>
          <a:endParaRPr lang="en-US"/>
        </a:p>
      </dgm:t>
    </dgm:pt>
    <dgm:pt modelId="{9969F0AC-E6F2-46FF-919E-039E654D08B0}" type="pres">
      <dgm:prSet presAssocID="{7A88AD98-A429-4AFA-998C-260AADA7A331}" presName="vert0" presStyleCnt="0">
        <dgm:presLayoutVars>
          <dgm:dir/>
          <dgm:animOne val="branch"/>
          <dgm:animLvl val="lvl"/>
        </dgm:presLayoutVars>
      </dgm:prSet>
      <dgm:spPr/>
    </dgm:pt>
    <dgm:pt modelId="{A8B9CE5F-34AA-4ACC-A792-8DA868BC75BA}" type="pres">
      <dgm:prSet presAssocID="{A9372D92-2045-4F05-AF61-E204FE142B63}" presName="thickLine" presStyleLbl="alignNode1" presStyleIdx="0" presStyleCnt="6"/>
      <dgm:spPr/>
    </dgm:pt>
    <dgm:pt modelId="{7B726444-7764-4493-A02B-2F166861B8A5}" type="pres">
      <dgm:prSet presAssocID="{A9372D92-2045-4F05-AF61-E204FE142B63}" presName="horz1" presStyleCnt="0"/>
      <dgm:spPr/>
    </dgm:pt>
    <dgm:pt modelId="{701DAAEC-AB28-4A63-8310-1DFDDAB3D8D9}" type="pres">
      <dgm:prSet presAssocID="{A9372D92-2045-4F05-AF61-E204FE142B63}" presName="tx1" presStyleLbl="revTx" presStyleIdx="0" presStyleCnt="6"/>
      <dgm:spPr/>
    </dgm:pt>
    <dgm:pt modelId="{A294E3BB-19E3-40AE-894B-01DF0FA6CDF9}" type="pres">
      <dgm:prSet presAssocID="{A9372D92-2045-4F05-AF61-E204FE142B63}" presName="vert1" presStyleCnt="0"/>
      <dgm:spPr/>
    </dgm:pt>
    <dgm:pt modelId="{C9E1FA47-68D6-43BF-8E39-86DE29DDEFDA}" type="pres">
      <dgm:prSet presAssocID="{CF70BDFA-94FA-468A-8C4D-35B87D2C0F53}" presName="thickLine" presStyleLbl="alignNode1" presStyleIdx="1" presStyleCnt="6"/>
      <dgm:spPr/>
    </dgm:pt>
    <dgm:pt modelId="{08EC0B92-74DC-45DE-8509-3128704A4E37}" type="pres">
      <dgm:prSet presAssocID="{CF70BDFA-94FA-468A-8C4D-35B87D2C0F53}" presName="horz1" presStyleCnt="0"/>
      <dgm:spPr/>
    </dgm:pt>
    <dgm:pt modelId="{A698773E-8C32-43BF-A06C-6901D8623357}" type="pres">
      <dgm:prSet presAssocID="{CF70BDFA-94FA-468A-8C4D-35B87D2C0F53}" presName="tx1" presStyleLbl="revTx" presStyleIdx="1" presStyleCnt="6"/>
      <dgm:spPr/>
    </dgm:pt>
    <dgm:pt modelId="{A50BE0A6-DAFA-40A5-89CD-221DFE076BA3}" type="pres">
      <dgm:prSet presAssocID="{CF70BDFA-94FA-468A-8C4D-35B87D2C0F53}" presName="vert1" presStyleCnt="0"/>
      <dgm:spPr/>
    </dgm:pt>
    <dgm:pt modelId="{4B13909F-651E-41C9-BE36-507FFCAEB280}" type="pres">
      <dgm:prSet presAssocID="{8C366A2B-2423-43F5-82FC-BF7B93BDEC38}" presName="thickLine" presStyleLbl="alignNode1" presStyleIdx="2" presStyleCnt="6"/>
      <dgm:spPr/>
    </dgm:pt>
    <dgm:pt modelId="{AA00116D-0AC7-4072-986A-89EE8142D069}" type="pres">
      <dgm:prSet presAssocID="{8C366A2B-2423-43F5-82FC-BF7B93BDEC38}" presName="horz1" presStyleCnt="0"/>
      <dgm:spPr/>
    </dgm:pt>
    <dgm:pt modelId="{E7AFAC0C-8358-4444-A06B-9DEE59E48B65}" type="pres">
      <dgm:prSet presAssocID="{8C366A2B-2423-43F5-82FC-BF7B93BDEC38}" presName="tx1" presStyleLbl="revTx" presStyleIdx="2" presStyleCnt="6"/>
      <dgm:spPr/>
    </dgm:pt>
    <dgm:pt modelId="{FE5FB014-AE8A-446D-A523-79BD5A59AE07}" type="pres">
      <dgm:prSet presAssocID="{8C366A2B-2423-43F5-82FC-BF7B93BDEC38}" presName="vert1" presStyleCnt="0"/>
      <dgm:spPr/>
    </dgm:pt>
    <dgm:pt modelId="{615667D2-EBE2-4658-B4D2-8640D73190D7}" type="pres">
      <dgm:prSet presAssocID="{0E37EDE3-C860-4F3E-8A92-C8C4537291BF}" presName="thickLine" presStyleLbl="alignNode1" presStyleIdx="3" presStyleCnt="6"/>
      <dgm:spPr/>
    </dgm:pt>
    <dgm:pt modelId="{90363C4C-9EC5-43E7-B248-BCFC7CF6C642}" type="pres">
      <dgm:prSet presAssocID="{0E37EDE3-C860-4F3E-8A92-C8C4537291BF}" presName="horz1" presStyleCnt="0"/>
      <dgm:spPr/>
    </dgm:pt>
    <dgm:pt modelId="{E9FDEE78-FB40-4481-BA57-5467F82AFBFC}" type="pres">
      <dgm:prSet presAssocID="{0E37EDE3-C860-4F3E-8A92-C8C4537291BF}" presName="tx1" presStyleLbl="revTx" presStyleIdx="3" presStyleCnt="6"/>
      <dgm:spPr/>
    </dgm:pt>
    <dgm:pt modelId="{3833F042-6FF1-4669-82FD-560BDB8CBE09}" type="pres">
      <dgm:prSet presAssocID="{0E37EDE3-C860-4F3E-8A92-C8C4537291BF}" presName="vert1" presStyleCnt="0"/>
      <dgm:spPr/>
    </dgm:pt>
    <dgm:pt modelId="{124CCADB-BDA4-4614-AE74-F1E5BD1FFC5B}" type="pres">
      <dgm:prSet presAssocID="{8994735B-64D3-4D64-BDDF-4046720783F4}" presName="thickLine" presStyleLbl="alignNode1" presStyleIdx="4" presStyleCnt="6"/>
      <dgm:spPr/>
    </dgm:pt>
    <dgm:pt modelId="{3F2478D9-6DCD-4519-BD9C-3B435EDCFEFA}" type="pres">
      <dgm:prSet presAssocID="{8994735B-64D3-4D64-BDDF-4046720783F4}" presName="horz1" presStyleCnt="0"/>
      <dgm:spPr/>
    </dgm:pt>
    <dgm:pt modelId="{31887C6F-8FC4-4A2A-B538-E331EFB1415B}" type="pres">
      <dgm:prSet presAssocID="{8994735B-64D3-4D64-BDDF-4046720783F4}" presName="tx1" presStyleLbl="revTx" presStyleIdx="4" presStyleCnt="6"/>
      <dgm:spPr/>
    </dgm:pt>
    <dgm:pt modelId="{7C7F03EB-8A83-45BD-BA93-D262421110CC}" type="pres">
      <dgm:prSet presAssocID="{8994735B-64D3-4D64-BDDF-4046720783F4}" presName="vert1" presStyleCnt="0"/>
      <dgm:spPr/>
    </dgm:pt>
    <dgm:pt modelId="{2FA98316-DF65-4AA3-BBAC-9C8E353408B7}" type="pres">
      <dgm:prSet presAssocID="{3D9C2411-E98B-413B-A4C0-D1D4D9B96494}" presName="thickLine" presStyleLbl="alignNode1" presStyleIdx="5" presStyleCnt="6"/>
      <dgm:spPr/>
    </dgm:pt>
    <dgm:pt modelId="{7671A284-CC8C-49AD-AA3B-25F3811B4CD3}" type="pres">
      <dgm:prSet presAssocID="{3D9C2411-E98B-413B-A4C0-D1D4D9B96494}" presName="horz1" presStyleCnt="0"/>
      <dgm:spPr/>
    </dgm:pt>
    <dgm:pt modelId="{4022D1B6-9F19-442B-B0EE-A812B3BC413B}" type="pres">
      <dgm:prSet presAssocID="{3D9C2411-E98B-413B-A4C0-D1D4D9B96494}" presName="tx1" presStyleLbl="revTx" presStyleIdx="5" presStyleCnt="6"/>
      <dgm:spPr/>
    </dgm:pt>
    <dgm:pt modelId="{E040A303-931B-4EE8-BFA6-705C3FB7F008}" type="pres">
      <dgm:prSet presAssocID="{3D9C2411-E98B-413B-A4C0-D1D4D9B96494}" presName="vert1" presStyleCnt="0"/>
      <dgm:spPr/>
    </dgm:pt>
  </dgm:ptLst>
  <dgm:cxnLst>
    <dgm:cxn modelId="{AABE7A01-B60B-4933-9E6E-E70C734A858D}" type="presOf" srcId="{7A88AD98-A429-4AFA-998C-260AADA7A331}" destId="{9969F0AC-E6F2-46FF-919E-039E654D08B0}" srcOrd="0" destOrd="0" presId="urn:microsoft.com/office/officeart/2008/layout/LinedList"/>
    <dgm:cxn modelId="{BCA74C0C-03DF-43EF-9064-DCA4E2F5F762}" type="presOf" srcId="{3D9C2411-E98B-413B-A4C0-D1D4D9B96494}" destId="{4022D1B6-9F19-442B-B0EE-A812B3BC413B}" srcOrd="0" destOrd="0" presId="urn:microsoft.com/office/officeart/2008/layout/LinedList"/>
    <dgm:cxn modelId="{1DFA5B19-86F1-430A-B5BA-CAF85DB259EC}" srcId="{7A88AD98-A429-4AFA-998C-260AADA7A331}" destId="{0E37EDE3-C860-4F3E-8A92-C8C4537291BF}" srcOrd="3" destOrd="0" parTransId="{6E0A79F6-6535-4E49-BA77-CC15EC46ECCB}" sibTransId="{2F76242C-344D-4F2B-B254-62C33F965CF6}"/>
    <dgm:cxn modelId="{18A24A1F-7221-4DC2-8FDC-B5A142C5E9DE}" srcId="{7A88AD98-A429-4AFA-998C-260AADA7A331}" destId="{A9372D92-2045-4F05-AF61-E204FE142B63}" srcOrd="0" destOrd="0" parTransId="{6B645702-1C84-404D-9D95-D7AB19018C6A}" sibTransId="{4CE39C9E-53B5-466D-9812-F1AAB81CAEDC}"/>
    <dgm:cxn modelId="{1CF35526-68BB-4DBF-8055-3395FA0520B0}" srcId="{7A88AD98-A429-4AFA-998C-260AADA7A331}" destId="{8C366A2B-2423-43F5-82FC-BF7B93BDEC38}" srcOrd="2" destOrd="0" parTransId="{F4A1D61F-9D00-45C7-BA6D-97CEBD67171B}" sibTransId="{A29AD5A1-518B-460A-AA9E-9E200A53826A}"/>
    <dgm:cxn modelId="{934E9A5E-D675-47A2-928C-40EC94A436D0}" srcId="{7A88AD98-A429-4AFA-998C-260AADA7A331}" destId="{CF70BDFA-94FA-468A-8C4D-35B87D2C0F53}" srcOrd="1" destOrd="0" parTransId="{934F1313-58BF-4AEE-AF8D-1C488662E7E3}" sibTransId="{2B8A7787-F615-4086-AD70-1E3F2A8DA960}"/>
    <dgm:cxn modelId="{2BB1016C-E9E9-47FF-9A19-F68EC43CF919}" srcId="{7A88AD98-A429-4AFA-998C-260AADA7A331}" destId="{8994735B-64D3-4D64-BDDF-4046720783F4}" srcOrd="4" destOrd="0" parTransId="{94B23FDB-AFCB-4184-8EBB-8151831B6214}" sibTransId="{D8610EFB-D00D-4424-8B7D-DA800936AFF4}"/>
    <dgm:cxn modelId="{A028D5A6-4809-428C-9ACE-8BA9858D4F34}" type="presOf" srcId="{8994735B-64D3-4D64-BDDF-4046720783F4}" destId="{31887C6F-8FC4-4A2A-B538-E331EFB1415B}" srcOrd="0" destOrd="0" presId="urn:microsoft.com/office/officeart/2008/layout/LinedList"/>
    <dgm:cxn modelId="{1D08B3AE-9648-4243-B101-D8A11F87C345}" type="presOf" srcId="{0E37EDE3-C860-4F3E-8A92-C8C4537291BF}" destId="{E9FDEE78-FB40-4481-BA57-5467F82AFBFC}" srcOrd="0" destOrd="0" presId="urn:microsoft.com/office/officeart/2008/layout/LinedList"/>
    <dgm:cxn modelId="{832231B7-CAF1-4492-901C-D28799F11B07}" type="presOf" srcId="{A9372D92-2045-4F05-AF61-E204FE142B63}" destId="{701DAAEC-AB28-4A63-8310-1DFDDAB3D8D9}" srcOrd="0" destOrd="0" presId="urn:microsoft.com/office/officeart/2008/layout/LinedList"/>
    <dgm:cxn modelId="{32A315BF-2925-4ED5-B5B5-6C2B0FF3186D}" type="presOf" srcId="{8C366A2B-2423-43F5-82FC-BF7B93BDEC38}" destId="{E7AFAC0C-8358-4444-A06B-9DEE59E48B65}" srcOrd="0" destOrd="0" presId="urn:microsoft.com/office/officeart/2008/layout/LinedList"/>
    <dgm:cxn modelId="{BE44F9D2-0A1F-479C-916F-C169EA528A59}" type="presOf" srcId="{CF70BDFA-94FA-468A-8C4D-35B87D2C0F53}" destId="{A698773E-8C32-43BF-A06C-6901D8623357}" srcOrd="0" destOrd="0" presId="urn:microsoft.com/office/officeart/2008/layout/LinedList"/>
    <dgm:cxn modelId="{528A41E2-D87E-4F7B-B90F-EF7DA2924B16}" srcId="{7A88AD98-A429-4AFA-998C-260AADA7A331}" destId="{3D9C2411-E98B-413B-A4C0-D1D4D9B96494}" srcOrd="5" destOrd="0" parTransId="{15CAFB61-8A7A-4872-9EAE-47E8B9CFBED8}" sibTransId="{DE38EC63-BEB1-4AA4-8283-6DA871998A68}"/>
    <dgm:cxn modelId="{EA9BB132-CA3E-41E4-A3EF-781925DB5437}" type="presParOf" srcId="{9969F0AC-E6F2-46FF-919E-039E654D08B0}" destId="{A8B9CE5F-34AA-4ACC-A792-8DA868BC75BA}" srcOrd="0" destOrd="0" presId="urn:microsoft.com/office/officeart/2008/layout/LinedList"/>
    <dgm:cxn modelId="{E7F79BA7-9EE0-41A7-A429-4619FBE9F2ED}" type="presParOf" srcId="{9969F0AC-E6F2-46FF-919E-039E654D08B0}" destId="{7B726444-7764-4493-A02B-2F166861B8A5}" srcOrd="1" destOrd="0" presId="urn:microsoft.com/office/officeart/2008/layout/LinedList"/>
    <dgm:cxn modelId="{605E2690-449D-4BBB-9EC0-025F2BCA77DD}" type="presParOf" srcId="{7B726444-7764-4493-A02B-2F166861B8A5}" destId="{701DAAEC-AB28-4A63-8310-1DFDDAB3D8D9}" srcOrd="0" destOrd="0" presId="urn:microsoft.com/office/officeart/2008/layout/LinedList"/>
    <dgm:cxn modelId="{80F73C02-F6AE-413E-A0AF-7FD5BE4FD1CD}" type="presParOf" srcId="{7B726444-7764-4493-A02B-2F166861B8A5}" destId="{A294E3BB-19E3-40AE-894B-01DF0FA6CDF9}" srcOrd="1" destOrd="0" presId="urn:microsoft.com/office/officeart/2008/layout/LinedList"/>
    <dgm:cxn modelId="{EBBC633B-3F82-4FD7-8FBE-DD5B1257D62E}" type="presParOf" srcId="{9969F0AC-E6F2-46FF-919E-039E654D08B0}" destId="{C9E1FA47-68D6-43BF-8E39-86DE29DDEFDA}" srcOrd="2" destOrd="0" presId="urn:microsoft.com/office/officeart/2008/layout/LinedList"/>
    <dgm:cxn modelId="{83CE2392-4656-4518-803E-5D0D892CE35B}" type="presParOf" srcId="{9969F0AC-E6F2-46FF-919E-039E654D08B0}" destId="{08EC0B92-74DC-45DE-8509-3128704A4E37}" srcOrd="3" destOrd="0" presId="urn:microsoft.com/office/officeart/2008/layout/LinedList"/>
    <dgm:cxn modelId="{D9737048-9574-41BD-99D3-D597382844EA}" type="presParOf" srcId="{08EC0B92-74DC-45DE-8509-3128704A4E37}" destId="{A698773E-8C32-43BF-A06C-6901D8623357}" srcOrd="0" destOrd="0" presId="urn:microsoft.com/office/officeart/2008/layout/LinedList"/>
    <dgm:cxn modelId="{405A5666-50EE-463E-87EE-8B820A7A0F88}" type="presParOf" srcId="{08EC0B92-74DC-45DE-8509-3128704A4E37}" destId="{A50BE0A6-DAFA-40A5-89CD-221DFE076BA3}" srcOrd="1" destOrd="0" presId="urn:microsoft.com/office/officeart/2008/layout/LinedList"/>
    <dgm:cxn modelId="{B72F4975-65EC-40A4-AB4E-E25426068838}" type="presParOf" srcId="{9969F0AC-E6F2-46FF-919E-039E654D08B0}" destId="{4B13909F-651E-41C9-BE36-507FFCAEB280}" srcOrd="4" destOrd="0" presId="urn:microsoft.com/office/officeart/2008/layout/LinedList"/>
    <dgm:cxn modelId="{F0D20E1D-D016-49F3-A75F-BC7620781FA8}" type="presParOf" srcId="{9969F0AC-E6F2-46FF-919E-039E654D08B0}" destId="{AA00116D-0AC7-4072-986A-89EE8142D069}" srcOrd="5" destOrd="0" presId="urn:microsoft.com/office/officeart/2008/layout/LinedList"/>
    <dgm:cxn modelId="{2CA7E46E-0C0F-4A6B-8D1C-65FDCF6B413B}" type="presParOf" srcId="{AA00116D-0AC7-4072-986A-89EE8142D069}" destId="{E7AFAC0C-8358-4444-A06B-9DEE59E48B65}" srcOrd="0" destOrd="0" presId="urn:microsoft.com/office/officeart/2008/layout/LinedList"/>
    <dgm:cxn modelId="{6FA07B0F-54A7-4210-A0DD-E87C10F5F4B9}" type="presParOf" srcId="{AA00116D-0AC7-4072-986A-89EE8142D069}" destId="{FE5FB014-AE8A-446D-A523-79BD5A59AE07}" srcOrd="1" destOrd="0" presId="urn:microsoft.com/office/officeart/2008/layout/LinedList"/>
    <dgm:cxn modelId="{D4727BBF-5A0B-482C-9437-5CE6C787E8BF}" type="presParOf" srcId="{9969F0AC-E6F2-46FF-919E-039E654D08B0}" destId="{615667D2-EBE2-4658-B4D2-8640D73190D7}" srcOrd="6" destOrd="0" presId="urn:microsoft.com/office/officeart/2008/layout/LinedList"/>
    <dgm:cxn modelId="{3C2EDFAC-329E-459F-A415-018C5EFDB23F}" type="presParOf" srcId="{9969F0AC-E6F2-46FF-919E-039E654D08B0}" destId="{90363C4C-9EC5-43E7-B248-BCFC7CF6C642}" srcOrd="7" destOrd="0" presId="urn:microsoft.com/office/officeart/2008/layout/LinedList"/>
    <dgm:cxn modelId="{C50F5F0B-51AD-49A0-9ADC-8DA103327819}" type="presParOf" srcId="{90363C4C-9EC5-43E7-B248-BCFC7CF6C642}" destId="{E9FDEE78-FB40-4481-BA57-5467F82AFBFC}" srcOrd="0" destOrd="0" presId="urn:microsoft.com/office/officeart/2008/layout/LinedList"/>
    <dgm:cxn modelId="{E2FF9143-7640-4DC0-A924-21114190A29C}" type="presParOf" srcId="{90363C4C-9EC5-43E7-B248-BCFC7CF6C642}" destId="{3833F042-6FF1-4669-82FD-560BDB8CBE09}" srcOrd="1" destOrd="0" presId="urn:microsoft.com/office/officeart/2008/layout/LinedList"/>
    <dgm:cxn modelId="{18E8FA16-DFD9-4939-8A96-30EB990A1C6A}" type="presParOf" srcId="{9969F0AC-E6F2-46FF-919E-039E654D08B0}" destId="{124CCADB-BDA4-4614-AE74-F1E5BD1FFC5B}" srcOrd="8" destOrd="0" presId="urn:microsoft.com/office/officeart/2008/layout/LinedList"/>
    <dgm:cxn modelId="{B4A62E94-4EAC-4AA7-9AE4-5E042BA778DD}" type="presParOf" srcId="{9969F0AC-E6F2-46FF-919E-039E654D08B0}" destId="{3F2478D9-6DCD-4519-BD9C-3B435EDCFEFA}" srcOrd="9" destOrd="0" presId="urn:microsoft.com/office/officeart/2008/layout/LinedList"/>
    <dgm:cxn modelId="{2E5D1906-AC13-4040-B5A9-7B3B86FC77D4}" type="presParOf" srcId="{3F2478D9-6DCD-4519-BD9C-3B435EDCFEFA}" destId="{31887C6F-8FC4-4A2A-B538-E331EFB1415B}" srcOrd="0" destOrd="0" presId="urn:microsoft.com/office/officeart/2008/layout/LinedList"/>
    <dgm:cxn modelId="{871ECCAA-86C8-4080-B4E0-48D6144C40E4}" type="presParOf" srcId="{3F2478D9-6DCD-4519-BD9C-3B435EDCFEFA}" destId="{7C7F03EB-8A83-45BD-BA93-D262421110CC}" srcOrd="1" destOrd="0" presId="urn:microsoft.com/office/officeart/2008/layout/LinedList"/>
    <dgm:cxn modelId="{C3132CBB-64AD-4908-A0FE-4A1B756D2955}" type="presParOf" srcId="{9969F0AC-E6F2-46FF-919E-039E654D08B0}" destId="{2FA98316-DF65-4AA3-BBAC-9C8E353408B7}" srcOrd="10" destOrd="0" presId="urn:microsoft.com/office/officeart/2008/layout/LinedList"/>
    <dgm:cxn modelId="{1BDD76A0-312D-4496-857B-ADA1DE54B0FC}" type="presParOf" srcId="{9969F0AC-E6F2-46FF-919E-039E654D08B0}" destId="{7671A284-CC8C-49AD-AA3B-25F3811B4CD3}" srcOrd="11" destOrd="0" presId="urn:microsoft.com/office/officeart/2008/layout/LinedList"/>
    <dgm:cxn modelId="{5B855EE6-050C-42F2-ACF7-BEF63E14A81F}" type="presParOf" srcId="{7671A284-CC8C-49AD-AA3B-25F3811B4CD3}" destId="{4022D1B6-9F19-442B-B0EE-A812B3BC413B}" srcOrd="0" destOrd="0" presId="urn:microsoft.com/office/officeart/2008/layout/LinedList"/>
    <dgm:cxn modelId="{8BE14DD9-702B-478F-A860-E9BC8E3A3B69}" type="presParOf" srcId="{7671A284-CC8C-49AD-AA3B-25F3811B4CD3}" destId="{E040A303-931B-4EE8-BFA6-705C3FB7F00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88AD98-A429-4AFA-998C-260AADA7A33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0E37EDE3-C860-4F3E-8A92-C8C4537291BF}">
      <dgm:prSet/>
      <dgm:spPr/>
      <dgm:t>
        <a:bodyPr/>
        <a:lstStyle/>
        <a:p>
          <a:r>
            <a:rPr lang="en-US" b="1"/>
            <a:t>9:00 – 10:30 </a:t>
          </a:r>
          <a:r>
            <a:rPr lang="en-US" b="0"/>
            <a:t>– Literature review and AI workflow plan </a:t>
          </a:r>
          <a:endParaRPr lang="en-US"/>
        </a:p>
      </dgm:t>
    </dgm:pt>
    <dgm:pt modelId="{6E0A79F6-6535-4E49-BA77-CC15EC46ECCB}" type="parTrans" cxnId="{1DFA5B19-86F1-430A-B5BA-CAF85DB259EC}">
      <dgm:prSet/>
      <dgm:spPr/>
      <dgm:t>
        <a:bodyPr/>
        <a:lstStyle/>
        <a:p>
          <a:endParaRPr lang="en-US"/>
        </a:p>
      </dgm:t>
    </dgm:pt>
    <dgm:pt modelId="{2F76242C-344D-4F2B-B254-62C33F965CF6}" type="sibTrans" cxnId="{1DFA5B19-86F1-430A-B5BA-CAF85DB259EC}">
      <dgm:prSet/>
      <dgm:spPr/>
      <dgm:t>
        <a:bodyPr/>
        <a:lstStyle/>
        <a:p>
          <a:endParaRPr lang="en-US"/>
        </a:p>
      </dgm:t>
    </dgm:pt>
    <dgm:pt modelId="{56BF6486-CB70-4D15-92BF-342A4F3BB098}">
      <dgm:prSet/>
      <dgm:spPr/>
      <dgm:t>
        <a:bodyPr/>
        <a:lstStyle/>
        <a:p>
          <a:r>
            <a:rPr lang="en-US" b="1"/>
            <a:t>1:00 </a:t>
          </a:r>
          <a:r>
            <a:rPr lang="en-US"/>
            <a:t>– </a:t>
          </a:r>
          <a:r>
            <a:rPr lang="en-US" b="1"/>
            <a:t>4:00</a:t>
          </a:r>
          <a:r>
            <a:rPr lang="en-US"/>
            <a:t> </a:t>
          </a:r>
          <a:r>
            <a:rPr lang="en-US">
              <a:solidFill>
                <a:schemeClr val="tx1">
                  <a:lumMod val="65000"/>
                  <a:lumOff val="35000"/>
                </a:schemeClr>
              </a:solidFill>
            </a:rPr>
            <a:t>(Recommendation) </a:t>
          </a:r>
          <a:r>
            <a:rPr lang="en-US">
              <a:solidFill>
                <a:schemeClr val="tx1"/>
              </a:solidFill>
            </a:rPr>
            <a:t>B</a:t>
          </a:r>
          <a:r>
            <a:rPr lang="en-US"/>
            <a:t>ackend improvements and iteration</a:t>
          </a:r>
        </a:p>
      </dgm:t>
    </dgm:pt>
    <dgm:pt modelId="{207A9ADF-ABA9-4A8A-BCD0-73B52FA64DC0}" type="parTrans" cxnId="{E53A5A9F-3787-44C0-B831-9B5FE9FAE172}">
      <dgm:prSet/>
      <dgm:spPr/>
      <dgm:t>
        <a:bodyPr/>
        <a:lstStyle/>
        <a:p>
          <a:endParaRPr lang="en-US"/>
        </a:p>
      </dgm:t>
    </dgm:pt>
    <dgm:pt modelId="{FA15AF31-97F7-4E82-BFFE-8E14F77D38C8}" type="sibTrans" cxnId="{E53A5A9F-3787-44C0-B831-9B5FE9FAE172}">
      <dgm:prSet/>
      <dgm:spPr/>
      <dgm:t>
        <a:bodyPr/>
        <a:lstStyle/>
        <a:p>
          <a:endParaRPr lang="en-US"/>
        </a:p>
      </dgm:t>
    </dgm:pt>
    <dgm:pt modelId="{90C70DA1-485A-4A33-8302-818EB311A586}">
      <dgm:prSet/>
      <dgm:spPr/>
      <dgm:t>
        <a:bodyPr/>
        <a:lstStyle/>
        <a:p>
          <a:r>
            <a:rPr lang="en-US" b="1"/>
            <a:t>10:30 – 12:30 </a:t>
          </a:r>
          <a:r>
            <a:rPr lang="en-US" b="0"/>
            <a:t>– First iteration of backend AI pipeline and CLI tool running</a:t>
          </a:r>
          <a:endParaRPr lang="en-US" b="1"/>
        </a:p>
      </dgm:t>
    </dgm:pt>
    <dgm:pt modelId="{3D530E74-A9A6-45E2-A34D-29F3FC36F391}" type="parTrans" cxnId="{DA169043-03DD-419D-BDE3-5A28D06B5024}">
      <dgm:prSet/>
      <dgm:spPr/>
      <dgm:t>
        <a:bodyPr/>
        <a:lstStyle/>
        <a:p>
          <a:endParaRPr lang="en-US"/>
        </a:p>
      </dgm:t>
    </dgm:pt>
    <dgm:pt modelId="{85A86DBB-2DAC-415E-84C4-1B58B7295BAA}" type="sibTrans" cxnId="{DA169043-03DD-419D-BDE3-5A28D06B5024}">
      <dgm:prSet/>
      <dgm:spPr/>
      <dgm:t>
        <a:bodyPr/>
        <a:lstStyle/>
        <a:p>
          <a:endParaRPr lang="en-US"/>
        </a:p>
      </dgm:t>
    </dgm:pt>
    <dgm:pt modelId="{3D9C2411-E98B-413B-A4C0-D1D4D9B96494}">
      <dgm:prSet/>
      <dgm:spPr/>
      <dgm:t>
        <a:bodyPr/>
        <a:lstStyle/>
        <a:p>
          <a:r>
            <a:rPr lang="en-US" b="1"/>
            <a:t>5:00</a:t>
          </a:r>
          <a:r>
            <a:rPr lang="en-US"/>
            <a:t> – Code/Video Submissions Due</a:t>
          </a:r>
        </a:p>
      </dgm:t>
    </dgm:pt>
    <dgm:pt modelId="{15CAFB61-8A7A-4872-9EAE-47E8B9CFBED8}" type="parTrans" cxnId="{CCF72486-3F3C-4009-AAE9-3716732FCE96}">
      <dgm:prSet/>
      <dgm:spPr/>
      <dgm:t>
        <a:bodyPr/>
        <a:lstStyle/>
        <a:p>
          <a:endParaRPr lang="en-US"/>
        </a:p>
      </dgm:t>
    </dgm:pt>
    <dgm:pt modelId="{DE38EC63-BEB1-4AA4-8283-6DA871998A68}" type="sibTrans" cxnId="{CCF72486-3F3C-4009-AAE9-3716732FCE96}">
      <dgm:prSet/>
      <dgm:spPr/>
      <dgm:t>
        <a:bodyPr/>
        <a:lstStyle/>
        <a:p>
          <a:endParaRPr lang="en-US"/>
        </a:p>
      </dgm:t>
    </dgm:pt>
    <dgm:pt modelId="{8994735B-64D3-4D64-BDDF-4046720783F4}">
      <dgm:prSet/>
      <dgm:spPr/>
      <dgm:t>
        <a:bodyPr/>
        <a:lstStyle/>
        <a:p>
          <a:r>
            <a:rPr lang="en-US" b="1"/>
            <a:t>12:30</a:t>
          </a:r>
          <a:r>
            <a:rPr lang="en-US"/>
            <a:t> - Lunch </a:t>
          </a:r>
          <a:r>
            <a:rPr lang="en-US">
              <a:solidFill>
                <a:schemeClr val="tx1">
                  <a:lumMod val="65000"/>
                  <a:lumOff val="35000"/>
                </a:schemeClr>
              </a:solidFill>
            </a:rPr>
            <a:t>(Optional Break) </a:t>
          </a:r>
          <a:r>
            <a:rPr lang="en-US"/>
            <a:t>→ Wertheim Lobby </a:t>
          </a:r>
        </a:p>
      </dgm:t>
    </dgm:pt>
    <dgm:pt modelId="{94B23FDB-AFCB-4184-8EBB-8151831B6214}" type="parTrans" cxnId="{9ADA8797-7F79-465E-A9C8-FDA0689B6739}">
      <dgm:prSet/>
      <dgm:spPr/>
      <dgm:t>
        <a:bodyPr/>
        <a:lstStyle/>
        <a:p>
          <a:endParaRPr lang="en-US"/>
        </a:p>
      </dgm:t>
    </dgm:pt>
    <dgm:pt modelId="{D8610EFB-D00D-4424-8B7D-DA800936AFF4}" type="sibTrans" cxnId="{9ADA8797-7F79-465E-A9C8-FDA0689B6739}">
      <dgm:prSet/>
      <dgm:spPr/>
      <dgm:t>
        <a:bodyPr/>
        <a:lstStyle/>
        <a:p>
          <a:endParaRPr lang="en-US"/>
        </a:p>
      </dgm:t>
    </dgm:pt>
    <dgm:pt modelId="{1431F8F3-5CA4-47C0-A303-2DB0CE5022E9}">
      <dgm:prSet/>
      <dgm:spPr/>
      <dgm:t>
        <a:bodyPr/>
        <a:lstStyle/>
        <a:p>
          <a:r>
            <a:rPr lang="en-US" b="1"/>
            <a:t>4:00-5:00 – </a:t>
          </a:r>
          <a:r>
            <a:rPr lang="en-US" b="0">
              <a:solidFill>
                <a:schemeClr val="tx1">
                  <a:lumMod val="65000"/>
                  <a:lumOff val="35000"/>
                </a:schemeClr>
              </a:solidFill>
            </a:rPr>
            <a:t>(Recommendation) </a:t>
          </a:r>
          <a:r>
            <a:rPr lang="en-US" b="0"/>
            <a:t>Complete video demo, work through submission form</a:t>
          </a:r>
          <a:endParaRPr lang="en-US" b="1"/>
        </a:p>
      </dgm:t>
    </dgm:pt>
    <dgm:pt modelId="{96B8E26A-C6B3-4D71-BB03-ACBD30ACFA69}" type="parTrans" cxnId="{E7A18E03-881F-42CC-B480-4F1C643F2E35}">
      <dgm:prSet/>
      <dgm:spPr/>
      <dgm:t>
        <a:bodyPr/>
        <a:lstStyle/>
        <a:p>
          <a:endParaRPr lang="en-US"/>
        </a:p>
      </dgm:t>
    </dgm:pt>
    <dgm:pt modelId="{2F0D156B-F532-4C06-808B-5C98C611CD23}" type="sibTrans" cxnId="{E7A18E03-881F-42CC-B480-4F1C643F2E35}">
      <dgm:prSet/>
      <dgm:spPr/>
      <dgm:t>
        <a:bodyPr/>
        <a:lstStyle/>
        <a:p>
          <a:endParaRPr lang="en-US"/>
        </a:p>
      </dgm:t>
    </dgm:pt>
    <dgm:pt modelId="{9969F0AC-E6F2-46FF-919E-039E654D08B0}" type="pres">
      <dgm:prSet presAssocID="{7A88AD98-A429-4AFA-998C-260AADA7A331}" presName="vert0" presStyleCnt="0">
        <dgm:presLayoutVars>
          <dgm:dir/>
          <dgm:animOne val="branch"/>
          <dgm:animLvl val="lvl"/>
        </dgm:presLayoutVars>
      </dgm:prSet>
      <dgm:spPr/>
    </dgm:pt>
    <dgm:pt modelId="{615667D2-EBE2-4658-B4D2-8640D73190D7}" type="pres">
      <dgm:prSet presAssocID="{0E37EDE3-C860-4F3E-8A92-C8C4537291BF}" presName="thickLine" presStyleLbl="alignNode1" presStyleIdx="0" presStyleCnt="6"/>
      <dgm:spPr/>
    </dgm:pt>
    <dgm:pt modelId="{90363C4C-9EC5-43E7-B248-BCFC7CF6C642}" type="pres">
      <dgm:prSet presAssocID="{0E37EDE3-C860-4F3E-8A92-C8C4537291BF}" presName="horz1" presStyleCnt="0"/>
      <dgm:spPr/>
    </dgm:pt>
    <dgm:pt modelId="{E9FDEE78-FB40-4481-BA57-5467F82AFBFC}" type="pres">
      <dgm:prSet presAssocID="{0E37EDE3-C860-4F3E-8A92-C8C4537291BF}" presName="tx1" presStyleLbl="revTx" presStyleIdx="0" presStyleCnt="6"/>
      <dgm:spPr/>
    </dgm:pt>
    <dgm:pt modelId="{3833F042-6FF1-4669-82FD-560BDB8CBE09}" type="pres">
      <dgm:prSet presAssocID="{0E37EDE3-C860-4F3E-8A92-C8C4537291BF}" presName="vert1" presStyleCnt="0"/>
      <dgm:spPr/>
    </dgm:pt>
    <dgm:pt modelId="{247555EA-6619-4037-88ED-7D6FE2927475}" type="pres">
      <dgm:prSet presAssocID="{90C70DA1-485A-4A33-8302-818EB311A586}" presName="thickLine" presStyleLbl="alignNode1" presStyleIdx="1" presStyleCnt="6"/>
      <dgm:spPr/>
    </dgm:pt>
    <dgm:pt modelId="{FCCC4CB3-A3CE-4B19-9E4D-2D660AA75C70}" type="pres">
      <dgm:prSet presAssocID="{90C70DA1-485A-4A33-8302-818EB311A586}" presName="horz1" presStyleCnt="0"/>
      <dgm:spPr/>
    </dgm:pt>
    <dgm:pt modelId="{572F2028-8883-43C0-ADB9-D3D691B401B6}" type="pres">
      <dgm:prSet presAssocID="{90C70DA1-485A-4A33-8302-818EB311A586}" presName="tx1" presStyleLbl="revTx" presStyleIdx="1" presStyleCnt="6"/>
      <dgm:spPr/>
    </dgm:pt>
    <dgm:pt modelId="{A3F91C85-444B-4453-B376-570AC05A14BE}" type="pres">
      <dgm:prSet presAssocID="{90C70DA1-485A-4A33-8302-818EB311A586}" presName="vert1" presStyleCnt="0"/>
      <dgm:spPr/>
    </dgm:pt>
    <dgm:pt modelId="{124CCADB-BDA4-4614-AE74-F1E5BD1FFC5B}" type="pres">
      <dgm:prSet presAssocID="{8994735B-64D3-4D64-BDDF-4046720783F4}" presName="thickLine" presStyleLbl="alignNode1" presStyleIdx="2" presStyleCnt="6"/>
      <dgm:spPr/>
    </dgm:pt>
    <dgm:pt modelId="{3F2478D9-6DCD-4519-BD9C-3B435EDCFEFA}" type="pres">
      <dgm:prSet presAssocID="{8994735B-64D3-4D64-BDDF-4046720783F4}" presName="horz1" presStyleCnt="0"/>
      <dgm:spPr/>
    </dgm:pt>
    <dgm:pt modelId="{31887C6F-8FC4-4A2A-B538-E331EFB1415B}" type="pres">
      <dgm:prSet presAssocID="{8994735B-64D3-4D64-BDDF-4046720783F4}" presName="tx1" presStyleLbl="revTx" presStyleIdx="2" presStyleCnt="6"/>
      <dgm:spPr/>
    </dgm:pt>
    <dgm:pt modelId="{7C7F03EB-8A83-45BD-BA93-D262421110CC}" type="pres">
      <dgm:prSet presAssocID="{8994735B-64D3-4D64-BDDF-4046720783F4}" presName="vert1" presStyleCnt="0"/>
      <dgm:spPr/>
    </dgm:pt>
    <dgm:pt modelId="{07B5E644-7356-40E6-8973-8DD652AAD6C2}" type="pres">
      <dgm:prSet presAssocID="{56BF6486-CB70-4D15-92BF-342A4F3BB098}" presName="thickLine" presStyleLbl="alignNode1" presStyleIdx="3" presStyleCnt="6"/>
      <dgm:spPr/>
    </dgm:pt>
    <dgm:pt modelId="{12C59B0B-AB6B-45EB-BE79-95F94AE3314B}" type="pres">
      <dgm:prSet presAssocID="{56BF6486-CB70-4D15-92BF-342A4F3BB098}" presName="horz1" presStyleCnt="0"/>
      <dgm:spPr/>
    </dgm:pt>
    <dgm:pt modelId="{A3CF07CC-6B87-4A32-ACF1-950ED1C0FADB}" type="pres">
      <dgm:prSet presAssocID="{56BF6486-CB70-4D15-92BF-342A4F3BB098}" presName="tx1" presStyleLbl="revTx" presStyleIdx="3" presStyleCnt="6"/>
      <dgm:spPr/>
    </dgm:pt>
    <dgm:pt modelId="{1B12A1A4-DB8A-48E4-B8B0-24CD9E920A9B}" type="pres">
      <dgm:prSet presAssocID="{56BF6486-CB70-4D15-92BF-342A4F3BB098}" presName="vert1" presStyleCnt="0"/>
      <dgm:spPr/>
    </dgm:pt>
    <dgm:pt modelId="{6DA4D9E4-A9B8-4191-933B-A772261E6E93}" type="pres">
      <dgm:prSet presAssocID="{1431F8F3-5CA4-47C0-A303-2DB0CE5022E9}" presName="thickLine" presStyleLbl="alignNode1" presStyleIdx="4" presStyleCnt="6"/>
      <dgm:spPr/>
    </dgm:pt>
    <dgm:pt modelId="{C809E1DD-F84C-4EB3-A9E7-0E64F18F2D82}" type="pres">
      <dgm:prSet presAssocID="{1431F8F3-5CA4-47C0-A303-2DB0CE5022E9}" presName="horz1" presStyleCnt="0"/>
      <dgm:spPr/>
    </dgm:pt>
    <dgm:pt modelId="{7D603044-05CC-4653-AF20-642A5922AAEB}" type="pres">
      <dgm:prSet presAssocID="{1431F8F3-5CA4-47C0-A303-2DB0CE5022E9}" presName="tx1" presStyleLbl="revTx" presStyleIdx="4" presStyleCnt="6"/>
      <dgm:spPr/>
    </dgm:pt>
    <dgm:pt modelId="{6CB25842-E833-4B12-A5C7-CB25862782D6}" type="pres">
      <dgm:prSet presAssocID="{1431F8F3-5CA4-47C0-A303-2DB0CE5022E9}" presName="vert1" presStyleCnt="0"/>
      <dgm:spPr/>
    </dgm:pt>
    <dgm:pt modelId="{2FA98316-DF65-4AA3-BBAC-9C8E353408B7}" type="pres">
      <dgm:prSet presAssocID="{3D9C2411-E98B-413B-A4C0-D1D4D9B96494}" presName="thickLine" presStyleLbl="alignNode1" presStyleIdx="5" presStyleCnt="6"/>
      <dgm:spPr/>
    </dgm:pt>
    <dgm:pt modelId="{7671A284-CC8C-49AD-AA3B-25F3811B4CD3}" type="pres">
      <dgm:prSet presAssocID="{3D9C2411-E98B-413B-A4C0-D1D4D9B96494}" presName="horz1" presStyleCnt="0"/>
      <dgm:spPr/>
    </dgm:pt>
    <dgm:pt modelId="{4022D1B6-9F19-442B-B0EE-A812B3BC413B}" type="pres">
      <dgm:prSet presAssocID="{3D9C2411-E98B-413B-A4C0-D1D4D9B96494}" presName="tx1" presStyleLbl="revTx" presStyleIdx="5" presStyleCnt="6"/>
      <dgm:spPr/>
    </dgm:pt>
    <dgm:pt modelId="{E040A303-931B-4EE8-BFA6-705C3FB7F008}" type="pres">
      <dgm:prSet presAssocID="{3D9C2411-E98B-413B-A4C0-D1D4D9B96494}" presName="vert1" presStyleCnt="0"/>
      <dgm:spPr/>
    </dgm:pt>
  </dgm:ptLst>
  <dgm:cxnLst>
    <dgm:cxn modelId="{AABE7A01-B60B-4933-9E6E-E70C734A858D}" type="presOf" srcId="{7A88AD98-A429-4AFA-998C-260AADA7A331}" destId="{9969F0AC-E6F2-46FF-919E-039E654D08B0}" srcOrd="0" destOrd="0" presId="urn:microsoft.com/office/officeart/2008/layout/LinedList"/>
    <dgm:cxn modelId="{E7A18E03-881F-42CC-B480-4F1C643F2E35}" srcId="{7A88AD98-A429-4AFA-998C-260AADA7A331}" destId="{1431F8F3-5CA4-47C0-A303-2DB0CE5022E9}" srcOrd="4" destOrd="0" parTransId="{96B8E26A-C6B3-4D71-BB03-ACBD30ACFA69}" sibTransId="{2F0D156B-F532-4C06-808B-5C98C611CD23}"/>
    <dgm:cxn modelId="{1DFA5B19-86F1-430A-B5BA-CAF85DB259EC}" srcId="{7A88AD98-A429-4AFA-998C-260AADA7A331}" destId="{0E37EDE3-C860-4F3E-8A92-C8C4537291BF}" srcOrd="0" destOrd="0" parTransId="{6E0A79F6-6535-4E49-BA77-CC15EC46ECCB}" sibTransId="{2F76242C-344D-4F2B-B254-62C33F965CF6}"/>
    <dgm:cxn modelId="{4657C01B-F7C7-4F73-BED6-575BBA371139}" type="presOf" srcId="{8994735B-64D3-4D64-BDDF-4046720783F4}" destId="{31887C6F-8FC4-4A2A-B538-E331EFB1415B}" srcOrd="0" destOrd="0" presId="urn:microsoft.com/office/officeart/2008/layout/LinedList"/>
    <dgm:cxn modelId="{DA169043-03DD-419D-BDE3-5A28D06B5024}" srcId="{7A88AD98-A429-4AFA-998C-260AADA7A331}" destId="{90C70DA1-485A-4A33-8302-818EB311A586}" srcOrd="1" destOrd="0" parTransId="{3D530E74-A9A6-45E2-A34D-29F3FC36F391}" sibTransId="{85A86DBB-2DAC-415E-84C4-1B58B7295BAA}"/>
    <dgm:cxn modelId="{CCF72486-3F3C-4009-AAE9-3716732FCE96}" srcId="{7A88AD98-A429-4AFA-998C-260AADA7A331}" destId="{3D9C2411-E98B-413B-A4C0-D1D4D9B96494}" srcOrd="5" destOrd="0" parTransId="{15CAFB61-8A7A-4872-9EAE-47E8B9CFBED8}" sibTransId="{DE38EC63-BEB1-4AA4-8283-6DA871998A68}"/>
    <dgm:cxn modelId="{9ADA8797-7F79-465E-A9C8-FDA0689B6739}" srcId="{7A88AD98-A429-4AFA-998C-260AADA7A331}" destId="{8994735B-64D3-4D64-BDDF-4046720783F4}" srcOrd="2" destOrd="0" parTransId="{94B23FDB-AFCB-4184-8EBB-8151831B6214}" sibTransId="{D8610EFB-D00D-4424-8B7D-DA800936AFF4}"/>
    <dgm:cxn modelId="{29E32D9F-1210-463D-A0E6-45DDFA5100FC}" type="presOf" srcId="{90C70DA1-485A-4A33-8302-818EB311A586}" destId="{572F2028-8883-43C0-ADB9-D3D691B401B6}" srcOrd="0" destOrd="0" presId="urn:microsoft.com/office/officeart/2008/layout/LinedList"/>
    <dgm:cxn modelId="{E53A5A9F-3787-44C0-B831-9B5FE9FAE172}" srcId="{7A88AD98-A429-4AFA-998C-260AADA7A331}" destId="{56BF6486-CB70-4D15-92BF-342A4F3BB098}" srcOrd="3" destOrd="0" parTransId="{207A9ADF-ABA9-4A8A-BCD0-73B52FA64DC0}" sibTransId="{FA15AF31-97F7-4E82-BFFE-8E14F77D38C8}"/>
    <dgm:cxn modelId="{1D08B3AE-9648-4243-B101-D8A11F87C345}" type="presOf" srcId="{0E37EDE3-C860-4F3E-8A92-C8C4537291BF}" destId="{E9FDEE78-FB40-4481-BA57-5467F82AFBFC}" srcOrd="0" destOrd="0" presId="urn:microsoft.com/office/officeart/2008/layout/LinedList"/>
    <dgm:cxn modelId="{AA6107BE-6CE5-4939-975C-8CEFC5B66E9C}" type="presOf" srcId="{56BF6486-CB70-4D15-92BF-342A4F3BB098}" destId="{A3CF07CC-6B87-4A32-ACF1-950ED1C0FADB}" srcOrd="0" destOrd="0" presId="urn:microsoft.com/office/officeart/2008/layout/LinedList"/>
    <dgm:cxn modelId="{463F7BE2-FEEF-43D4-B833-FF6E6EFC1D0D}" type="presOf" srcId="{3D9C2411-E98B-413B-A4C0-D1D4D9B96494}" destId="{4022D1B6-9F19-442B-B0EE-A812B3BC413B}" srcOrd="0" destOrd="0" presId="urn:microsoft.com/office/officeart/2008/layout/LinedList"/>
    <dgm:cxn modelId="{D6B179F1-51AA-459A-9A9D-2944723665B2}" type="presOf" srcId="{1431F8F3-5CA4-47C0-A303-2DB0CE5022E9}" destId="{7D603044-05CC-4653-AF20-642A5922AAEB}" srcOrd="0" destOrd="0" presId="urn:microsoft.com/office/officeart/2008/layout/LinedList"/>
    <dgm:cxn modelId="{D4727BBF-5A0B-482C-9437-5CE6C787E8BF}" type="presParOf" srcId="{9969F0AC-E6F2-46FF-919E-039E654D08B0}" destId="{615667D2-EBE2-4658-B4D2-8640D73190D7}" srcOrd="0" destOrd="0" presId="urn:microsoft.com/office/officeart/2008/layout/LinedList"/>
    <dgm:cxn modelId="{3C2EDFAC-329E-459F-A415-018C5EFDB23F}" type="presParOf" srcId="{9969F0AC-E6F2-46FF-919E-039E654D08B0}" destId="{90363C4C-9EC5-43E7-B248-BCFC7CF6C642}" srcOrd="1" destOrd="0" presId="urn:microsoft.com/office/officeart/2008/layout/LinedList"/>
    <dgm:cxn modelId="{C50F5F0B-51AD-49A0-9ADC-8DA103327819}" type="presParOf" srcId="{90363C4C-9EC5-43E7-B248-BCFC7CF6C642}" destId="{E9FDEE78-FB40-4481-BA57-5467F82AFBFC}" srcOrd="0" destOrd="0" presId="urn:microsoft.com/office/officeart/2008/layout/LinedList"/>
    <dgm:cxn modelId="{E2FF9143-7640-4DC0-A924-21114190A29C}" type="presParOf" srcId="{90363C4C-9EC5-43E7-B248-BCFC7CF6C642}" destId="{3833F042-6FF1-4669-82FD-560BDB8CBE09}" srcOrd="1" destOrd="0" presId="urn:microsoft.com/office/officeart/2008/layout/LinedList"/>
    <dgm:cxn modelId="{B202F6EF-DB10-42C1-8945-D72719C38F5D}" type="presParOf" srcId="{9969F0AC-E6F2-46FF-919E-039E654D08B0}" destId="{247555EA-6619-4037-88ED-7D6FE2927475}" srcOrd="2" destOrd="0" presId="urn:microsoft.com/office/officeart/2008/layout/LinedList"/>
    <dgm:cxn modelId="{B4D6586D-9686-4460-A12B-725FB04D4008}" type="presParOf" srcId="{9969F0AC-E6F2-46FF-919E-039E654D08B0}" destId="{FCCC4CB3-A3CE-4B19-9E4D-2D660AA75C70}" srcOrd="3" destOrd="0" presId="urn:microsoft.com/office/officeart/2008/layout/LinedList"/>
    <dgm:cxn modelId="{65FB7E0A-52EE-48BD-8396-F0C8AB98552B}" type="presParOf" srcId="{FCCC4CB3-A3CE-4B19-9E4D-2D660AA75C70}" destId="{572F2028-8883-43C0-ADB9-D3D691B401B6}" srcOrd="0" destOrd="0" presId="urn:microsoft.com/office/officeart/2008/layout/LinedList"/>
    <dgm:cxn modelId="{B50A8186-5620-416C-9D0F-E0C0C3956B4D}" type="presParOf" srcId="{FCCC4CB3-A3CE-4B19-9E4D-2D660AA75C70}" destId="{A3F91C85-444B-4453-B376-570AC05A14BE}" srcOrd="1" destOrd="0" presId="urn:microsoft.com/office/officeart/2008/layout/LinedList"/>
    <dgm:cxn modelId="{40467312-F174-4B8E-8A23-8F0283F972FC}" type="presParOf" srcId="{9969F0AC-E6F2-46FF-919E-039E654D08B0}" destId="{124CCADB-BDA4-4614-AE74-F1E5BD1FFC5B}" srcOrd="4" destOrd="0" presId="urn:microsoft.com/office/officeart/2008/layout/LinedList"/>
    <dgm:cxn modelId="{CFC464F9-3F85-40A6-A90D-D2866F568FF8}" type="presParOf" srcId="{9969F0AC-E6F2-46FF-919E-039E654D08B0}" destId="{3F2478D9-6DCD-4519-BD9C-3B435EDCFEFA}" srcOrd="5" destOrd="0" presId="urn:microsoft.com/office/officeart/2008/layout/LinedList"/>
    <dgm:cxn modelId="{C323C909-E126-420A-AFB8-44C61D4B86BD}" type="presParOf" srcId="{3F2478D9-6DCD-4519-BD9C-3B435EDCFEFA}" destId="{31887C6F-8FC4-4A2A-B538-E331EFB1415B}" srcOrd="0" destOrd="0" presId="urn:microsoft.com/office/officeart/2008/layout/LinedList"/>
    <dgm:cxn modelId="{44562D1A-FD09-4537-869B-D413115DB808}" type="presParOf" srcId="{3F2478D9-6DCD-4519-BD9C-3B435EDCFEFA}" destId="{7C7F03EB-8A83-45BD-BA93-D262421110CC}" srcOrd="1" destOrd="0" presId="urn:microsoft.com/office/officeart/2008/layout/LinedList"/>
    <dgm:cxn modelId="{2AB81AE3-4EA2-4BC2-A6B8-969A427A0F18}" type="presParOf" srcId="{9969F0AC-E6F2-46FF-919E-039E654D08B0}" destId="{07B5E644-7356-40E6-8973-8DD652AAD6C2}" srcOrd="6" destOrd="0" presId="urn:microsoft.com/office/officeart/2008/layout/LinedList"/>
    <dgm:cxn modelId="{4735617E-F7E3-4C0A-99BA-94DAB689972C}" type="presParOf" srcId="{9969F0AC-E6F2-46FF-919E-039E654D08B0}" destId="{12C59B0B-AB6B-45EB-BE79-95F94AE3314B}" srcOrd="7" destOrd="0" presId="urn:microsoft.com/office/officeart/2008/layout/LinedList"/>
    <dgm:cxn modelId="{A69B12FA-B0DE-420D-86CF-BFCAED579436}" type="presParOf" srcId="{12C59B0B-AB6B-45EB-BE79-95F94AE3314B}" destId="{A3CF07CC-6B87-4A32-ACF1-950ED1C0FADB}" srcOrd="0" destOrd="0" presId="urn:microsoft.com/office/officeart/2008/layout/LinedList"/>
    <dgm:cxn modelId="{1FC50A9D-D0F5-4CB2-B7F6-68F7A8518E94}" type="presParOf" srcId="{12C59B0B-AB6B-45EB-BE79-95F94AE3314B}" destId="{1B12A1A4-DB8A-48E4-B8B0-24CD9E920A9B}" srcOrd="1" destOrd="0" presId="urn:microsoft.com/office/officeart/2008/layout/LinedList"/>
    <dgm:cxn modelId="{32993E65-79EA-4129-940B-ECBA73CE01DB}" type="presParOf" srcId="{9969F0AC-E6F2-46FF-919E-039E654D08B0}" destId="{6DA4D9E4-A9B8-4191-933B-A772261E6E93}" srcOrd="8" destOrd="0" presId="urn:microsoft.com/office/officeart/2008/layout/LinedList"/>
    <dgm:cxn modelId="{756933BD-C74E-44BA-A9F3-2637D3244FC9}" type="presParOf" srcId="{9969F0AC-E6F2-46FF-919E-039E654D08B0}" destId="{C809E1DD-F84C-4EB3-A9E7-0E64F18F2D82}" srcOrd="9" destOrd="0" presId="urn:microsoft.com/office/officeart/2008/layout/LinedList"/>
    <dgm:cxn modelId="{6EDD97EF-BA4D-4F88-92E4-860754D4052A}" type="presParOf" srcId="{C809E1DD-F84C-4EB3-A9E7-0E64F18F2D82}" destId="{7D603044-05CC-4653-AF20-642A5922AAEB}" srcOrd="0" destOrd="0" presId="urn:microsoft.com/office/officeart/2008/layout/LinedList"/>
    <dgm:cxn modelId="{4B549C62-1CCB-4D7B-BB4F-9B0D1C8CBA89}" type="presParOf" srcId="{C809E1DD-F84C-4EB3-A9E7-0E64F18F2D82}" destId="{6CB25842-E833-4B12-A5C7-CB25862782D6}" srcOrd="1" destOrd="0" presId="urn:microsoft.com/office/officeart/2008/layout/LinedList"/>
    <dgm:cxn modelId="{34C975E1-9F8D-46CC-9658-DFB86A04FEFB}" type="presParOf" srcId="{9969F0AC-E6F2-46FF-919E-039E654D08B0}" destId="{2FA98316-DF65-4AA3-BBAC-9C8E353408B7}" srcOrd="10" destOrd="0" presId="urn:microsoft.com/office/officeart/2008/layout/LinedList"/>
    <dgm:cxn modelId="{B10602FB-A9DD-4229-81A9-98BEEB0A79E9}" type="presParOf" srcId="{9969F0AC-E6F2-46FF-919E-039E654D08B0}" destId="{7671A284-CC8C-49AD-AA3B-25F3811B4CD3}" srcOrd="11" destOrd="0" presId="urn:microsoft.com/office/officeart/2008/layout/LinedList"/>
    <dgm:cxn modelId="{169744C8-C48D-4E4C-B39A-0F119D276B84}" type="presParOf" srcId="{7671A284-CC8C-49AD-AA3B-25F3811B4CD3}" destId="{4022D1B6-9F19-442B-B0EE-A812B3BC413B}" srcOrd="0" destOrd="0" presId="urn:microsoft.com/office/officeart/2008/layout/LinedList"/>
    <dgm:cxn modelId="{2A2D80D7-35EE-4A1F-B58C-F0F47C1FBB5E}" type="presParOf" srcId="{7671A284-CC8C-49AD-AA3B-25F3811B4CD3}" destId="{E040A303-931B-4EE8-BFA6-705C3FB7F008}"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2A54DD-2820-4F75-A62D-FD6692885E57}">
      <dsp:nvSpPr>
        <dsp:cNvPr id="0" name=""/>
        <dsp:cNvSpPr/>
      </dsp:nvSpPr>
      <dsp:spPr>
        <a:xfrm>
          <a:off x="1974998" y="232066"/>
          <a:ext cx="4605624" cy="1599472"/>
        </a:xfrm>
        <a:prstGeom prst="ellipse">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F79083-F965-4FC4-A244-CFDD68A66B70}">
      <dsp:nvSpPr>
        <dsp:cNvPr id="0" name=""/>
        <dsp:cNvSpPr/>
      </dsp:nvSpPr>
      <dsp:spPr>
        <a:xfrm>
          <a:off x="3838670" y="4148631"/>
          <a:ext cx="892562" cy="571240"/>
        </a:xfrm>
        <a:prstGeom prst="downArrow">
          <a:avLst/>
        </a:prstGeom>
        <a:solidFill>
          <a:schemeClr val="accent2">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0A2CF6-8079-45DD-878D-603B80D48191}">
      <dsp:nvSpPr>
        <dsp:cNvPr id="0" name=""/>
        <dsp:cNvSpPr/>
      </dsp:nvSpPr>
      <dsp:spPr>
        <a:xfrm>
          <a:off x="2170520" y="4453220"/>
          <a:ext cx="4284301" cy="1071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0256" tIns="270256" rIns="270256" bIns="270256" numCol="1" spcCol="1270" anchor="ctr" anchorCtr="0">
          <a:noAutofit/>
        </a:bodyPr>
        <a:lstStyle/>
        <a:p>
          <a:pPr marL="0" lvl="0" indent="0" algn="ctr" defTabSz="1689100">
            <a:lnSpc>
              <a:spcPct val="90000"/>
            </a:lnSpc>
            <a:spcBef>
              <a:spcPct val="0"/>
            </a:spcBef>
            <a:spcAft>
              <a:spcPct val="35000"/>
            </a:spcAft>
            <a:buNone/>
          </a:pPr>
          <a:r>
            <a:rPr lang="en-US" sz="3800" kern="1200"/>
            <a:t>Bring-Up Test Plan</a:t>
          </a:r>
        </a:p>
      </dsp:txBody>
      <dsp:txXfrm>
        <a:off x="2170520" y="4453220"/>
        <a:ext cx="4284301" cy="1071075"/>
      </dsp:txXfrm>
    </dsp:sp>
    <dsp:sp modelId="{19080CF1-279D-4831-A142-D4E9229B1251}">
      <dsp:nvSpPr>
        <dsp:cNvPr id="0" name=""/>
        <dsp:cNvSpPr/>
      </dsp:nvSpPr>
      <dsp:spPr>
        <a:xfrm>
          <a:off x="3649446" y="1955069"/>
          <a:ext cx="1606613" cy="1606613"/>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t>Requirement Documents</a:t>
          </a:r>
        </a:p>
      </dsp:txBody>
      <dsp:txXfrm>
        <a:off x="3884729" y="2190352"/>
        <a:ext cx="1136047" cy="1136047"/>
      </dsp:txXfrm>
    </dsp:sp>
    <dsp:sp modelId="{F480D3BE-AFB5-4F77-B66F-23577E4DCCAC}">
      <dsp:nvSpPr>
        <dsp:cNvPr id="0" name=""/>
        <dsp:cNvSpPr/>
      </dsp:nvSpPr>
      <dsp:spPr>
        <a:xfrm>
          <a:off x="2499825" y="749752"/>
          <a:ext cx="1606613" cy="1606613"/>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a:t>Schematics/Board files</a:t>
          </a:r>
        </a:p>
      </dsp:txBody>
      <dsp:txXfrm>
        <a:off x="2735108" y="985035"/>
        <a:ext cx="1136047" cy="1136047"/>
      </dsp:txXfrm>
    </dsp:sp>
    <dsp:sp modelId="{B702D6C8-B2F6-4D7D-9473-128968C40A7F}">
      <dsp:nvSpPr>
        <dsp:cNvPr id="0" name=""/>
        <dsp:cNvSpPr/>
      </dsp:nvSpPr>
      <dsp:spPr>
        <a:xfrm>
          <a:off x="4142141" y="361309"/>
          <a:ext cx="1606613" cy="1606613"/>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a:t>Netlists/ Gerber files</a:t>
          </a:r>
        </a:p>
      </dsp:txBody>
      <dsp:txXfrm>
        <a:off x="4377424" y="596592"/>
        <a:ext cx="1136047" cy="1136047"/>
      </dsp:txXfrm>
    </dsp:sp>
    <dsp:sp modelId="{1D783130-3F42-41B4-898B-DADD85AD815A}">
      <dsp:nvSpPr>
        <dsp:cNvPr id="0" name=""/>
        <dsp:cNvSpPr/>
      </dsp:nvSpPr>
      <dsp:spPr>
        <a:xfrm>
          <a:off x="1785775" y="35702"/>
          <a:ext cx="4998351" cy="3998681"/>
        </a:xfrm>
        <a:prstGeom prst="funnel">
          <a:avLst/>
        </a:prstGeom>
        <a:solidFill>
          <a:schemeClr val="lt1">
            <a:alpha val="4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BD7F0B-91D8-4D51-B650-CC921C2C49E9}">
      <dsp:nvSpPr>
        <dsp:cNvPr id="0" name=""/>
        <dsp:cNvSpPr/>
      </dsp:nvSpPr>
      <dsp:spPr>
        <a:xfrm>
          <a:off x="2866" y="219146"/>
          <a:ext cx="2794885" cy="547200"/>
        </a:xfrm>
        <a:prstGeom prst="rect">
          <a:avLst/>
        </a:prstGeom>
        <a:solidFill>
          <a:schemeClr val="accent2">
            <a:shade val="8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a:t>Video Demonstration </a:t>
          </a:r>
        </a:p>
      </dsp:txBody>
      <dsp:txXfrm>
        <a:off x="2866" y="219146"/>
        <a:ext cx="2794885" cy="547200"/>
      </dsp:txXfrm>
    </dsp:sp>
    <dsp:sp modelId="{C5F02557-7040-41D7-B653-CEC3EE969AB8}">
      <dsp:nvSpPr>
        <dsp:cNvPr id="0" name=""/>
        <dsp:cNvSpPr/>
      </dsp:nvSpPr>
      <dsp:spPr>
        <a:xfrm>
          <a:off x="2866" y="766346"/>
          <a:ext cx="2794885" cy="4433174"/>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a:t>Maximum </a:t>
          </a:r>
          <a:r>
            <a:rPr lang="en-US" sz="1900" b="1" kern="1200"/>
            <a:t>5 minute </a:t>
          </a:r>
          <a:r>
            <a:rPr lang="en-US" sz="1900" kern="1200"/>
            <a:t>in length </a:t>
          </a:r>
        </a:p>
        <a:p>
          <a:pPr marL="171450" lvl="1" indent="-171450" algn="l" defTabSz="844550">
            <a:lnSpc>
              <a:spcPct val="90000"/>
            </a:lnSpc>
            <a:spcBef>
              <a:spcPct val="0"/>
            </a:spcBef>
            <a:spcAft>
              <a:spcPct val="15000"/>
            </a:spcAft>
            <a:buChar char="•"/>
          </a:pPr>
          <a:r>
            <a:rPr lang="en-US" sz="1900" kern="1200"/>
            <a:t>Video must be uploaded as an </a:t>
          </a:r>
          <a:r>
            <a:rPr lang="en-US" sz="1900" b="1" kern="1200"/>
            <a:t>unlisted video to YouTube </a:t>
          </a:r>
          <a:r>
            <a:rPr lang="en-US" sz="1900" kern="1200"/>
            <a:t>and link for video submitted with form</a:t>
          </a:r>
        </a:p>
        <a:p>
          <a:pPr marL="171450" lvl="1" indent="-171450" algn="l" defTabSz="844550">
            <a:lnSpc>
              <a:spcPct val="90000"/>
            </a:lnSpc>
            <a:spcBef>
              <a:spcPct val="0"/>
            </a:spcBef>
            <a:spcAft>
              <a:spcPct val="15000"/>
            </a:spcAft>
            <a:buChar char="•"/>
          </a:pPr>
          <a:r>
            <a:rPr lang="en-US" sz="1900" kern="1200"/>
            <a:t>Demo must include brief </a:t>
          </a:r>
          <a:r>
            <a:rPr lang="en-US" sz="1900" b="1" kern="1200"/>
            <a:t>explanation</a:t>
          </a:r>
          <a:r>
            <a:rPr lang="en-US" sz="1900" kern="1200"/>
            <a:t> of process</a:t>
          </a:r>
        </a:p>
        <a:p>
          <a:pPr marL="171450" lvl="1" indent="-171450" algn="l" defTabSz="844550">
            <a:lnSpc>
              <a:spcPct val="90000"/>
            </a:lnSpc>
            <a:spcBef>
              <a:spcPct val="0"/>
            </a:spcBef>
            <a:spcAft>
              <a:spcPct val="15000"/>
            </a:spcAft>
            <a:buChar char="•"/>
          </a:pPr>
          <a:r>
            <a:rPr lang="en-US" sz="1900" kern="1200"/>
            <a:t>Demo must show the </a:t>
          </a:r>
          <a:r>
            <a:rPr lang="en-US" sz="1900" b="1" kern="1200"/>
            <a:t>output</a:t>
          </a:r>
          <a:r>
            <a:rPr lang="en-US" sz="1900" kern="1200"/>
            <a:t> for the </a:t>
          </a:r>
          <a:r>
            <a:rPr lang="en-US" sz="1900" b="1" kern="1200"/>
            <a:t>Lora Radio </a:t>
          </a:r>
          <a:r>
            <a:rPr lang="en-US" sz="1900" kern="1200"/>
            <a:t>and the output for the </a:t>
          </a:r>
          <a:r>
            <a:rPr lang="en-US" sz="1900" b="1" kern="1200"/>
            <a:t>Arduino Uno</a:t>
          </a:r>
          <a:endParaRPr lang="en-US" sz="1900" kern="1200"/>
        </a:p>
      </dsp:txBody>
      <dsp:txXfrm>
        <a:off x="2866" y="766346"/>
        <a:ext cx="2794885" cy="4433174"/>
      </dsp:txXfrm>
    </dsp:sp>
    <dsp:sp modelId="{64BAC439-7F56-42E3-A7E4-2237C741621F}">
      <dsp:nvSpPr>
        <dsp:cNvPr id="0" name=""/>
        <dsp:cNvSpPr/>
      </dsp:nvSpPr>
      <dsp:spPr>
        <a:xfrm>
          <a:off x="3189036" y="219146"/>
          <a:ext cx="2794885" cy="547200"/>
        </a:xfrm>
        <a:prstGeom prst="rect">
          <a:avLst/>
        </a:prstGeom>
        <a:solidFill>
          <a:schemeClr val="accent2">
            <a:shade val="80000"/>
            <a:hueOff val="136205"/>
            <a:satOff val="-15811"/>
            <a:lumOff val="16730"/>
            <a:alphaOff val="0"/>
          </a:schemeClr>
        </a:solidFill>
        <a:ln w="12700" cap="flat" cmpd="sng" algn="ctr">
          <a:solidFill>
            <a:schemeClr val="accent2">
              <a:shade val="80000"/>
              <a:hueOff val="136205"/>
              <a:satOff val="-15811"/>
              <a:lumOff val="1673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a:t>Zip File</a:t>
          </a:r>
        </a:p>
      </dsp:txBody>
      <dsp:txXfrm>
        <a:off x="3189036" y="219146"/>
        <a:ext cx="2794885" cy="547200"/>
      </dsp:txXfrm>
    </dsp:sp>
    <dsp:sp modelId="{CC88C3C6-4851-4933-9A83-6F2ECA1AF3D6}">
      <dsp:nvSpPr>
        <dsp:cNvPr id="0" name=""/>
        <dsp:cNvSpPr/>
      </dsp:nvSpPr>
      <dsp:spPr>
        <a:xfrm>
          <a:off x="3189036" y="766346"/>
          <a:ext cx="2794885" cy="4433174"/>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a:t>Must include </a:t>
          </a:r>
          <a:r>
            <a:rPr lang="en-US" sz="1900" b="1" kern="1200"/>
            <a:t>all code </a:t>
          </a:r>
        </a:p>
        <a:p>
          <a:pPr marL="171450" lvl="1" indent="-171450" algn="l" defTabSz="844550">
            <a:lnSpc>
              <a:spcPct val="90000"/>
            </a:lnSpc>
            <a:spcBef>
              <a:spcPct val="0"/>
            </a:spcBef>
            <a:spcAft>
              <a:spcPct val="15000"/>
            </a:spcAft>
            <a:buChar char="•"/>
          </a:pPr>
          <a:r>
            <a:rPr lang="en-US" sz="1900" b="0" kern="1200"/>
            <a:t>Include local git repository in zip file</a:t>
          </a:r>
        </a:p>
        <a:p>
          <a:pPr marL="171450" lvl="1" indent="-171450" algn="l" defTabSz="844550" rtl="0">
            <a:lnSpc>
              <a:spcPct val="90000"/>
            </a:lnSpc>
            <a:spcBef>
              <a:spcPct val="0"/>
            </a:spcBef>
            <a:spcAft>
              <a:spcPct val="15000"/>
            </a:spcAft>
            <a:buChar char="•"/>
          </a:pPr>
          <a:r>
            <a:rPr lang="en-US" sz="1900" kern="1200"/>
            <a:t>Include picture of </a:t>
          </a:r>
          <a:r>
            <a:rPr lang="en-US" sz="1900" b="1" kern="1200"/>
            <a:t>diagram for AI architecture</a:t>
          </a:r>
          <a:r>
            <a:rPr lang="en-US" sz="1900" kern="1200"/>
            <a:t> </a:t>
          </a:r>
          <a:r>
            <a:rPr lang="en-US" sz="1900" kern="1200">
              <a:latin typeface="Calibri Light" panose="020F0302020204030204"/>
            </a:rPr>
            <a:t>model </a:t>
          </a:r>
          <a:r>
            <a:rPr lang="en-US" sz="1900" kern="1200"/>
            <a:t>(this can be hand-drawn, looking for functionality not presentation) </a:t>
          </a:r>
          <a:endParaRPr lang="en-US" sz="1900" kern="1200">
            <a:latin typeface="Calibri Light" panose="020F0302020204030204"/>
          </a:endParaRPr>
        </a:p>
        <a:p>
          <a:pPr marL="171450" lvl="1" indent="-171450" algn="l" defTabSz="844550">
            <a:lnSpc>
              <a:spcPct val="90000"/>
            </a:lnSpc>
            <a:spcBef>
              <a:spcPct val="0"/>
            </a:spcBef>
            <a:spcAft>
              <a:spcPct val="15000"/>
            </a:spcAft>
            <a:buChar char="•"/>
          </a:pPr>
          <a:r>
            <a:rPr lang="en-US" sz="1900" kern="1200"/>
            <a:t>Must include both </a:t>
          </a:r>
          <a:r>
            <a:rPr lang="en-US" sz="1900" b="1" kern="1200"/>
            <a:t>Lora radio test plan </a:t>
          </a:r>
          <a:r>
            <a:rPr lang="en-US" sz="1900" kern="1200"/>
            <a:t>and </a:t>
          </a:r>
          <a:r>
            <a:rPr lang="en-US" sz="1900" b="1" kern="1200"/>
            <a:t>Arduino Nano test plan </a:t>
          </a:r>
          <a:r>
            <a:rPr lang="en-US" sz="1900" kern="1200"/>
            <a:t>that were produced during the video demonstration</a:t>
          </a:r>
        </a:p>
      </dsp:txBody>
      <dsp:txXfrm>
        <a:off x="3189036" y="766346"/>
        <a:ext cx="2794885" cy="4433174"/>
      </dsp:txXfrm>
    </dsp:sp>
    <dsp:sp modelId="{5EFEBCCF-0684-4DC5-A3A2-9EB301235D0A}">
      <dsp:nvSpPr>
        <dsp:cNvPr id="0" name=""/>
        <dsp:cNvSpPr/>
      </dsp:nvSpPr>
      <dsp:spPr>
        <a:xfrm>
          <a:off x="6375205" y="219146"/>
          <a:ext cx="2794885" cy="547200"/>
        </a:xfrm>
        <a:prstGeom prst="rect">
          <a:avLst/>
        </a:prstGeom>
        <a:solidFill>
          <a:schemeClr val="accent2">
            <a:shade val="80000"/>
            <a:hueOff val="272411"/>
            <a:satOff val="-31623"/>
            <a:lumOff val="33461"/>
            <a:alphaOff val="0"/>
          </a:schemeClr>
        </a:solidFill>
        <a:ln w="12700" cap="flat" cmpd="sng" algn="ctr">
          <a:solidFill>
            <a:schemeClr val="accent2">
              <a:shade val="80000"/>
              <a:hueOff val="272411"/>
              <a:satOff val="-31623"/>
              <a:lumOff val="334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a:t>Google Reflection </a:t>
          </a:r>
          <a:r>
            <a:rPr lang="en-US" sz="1900" b="1" kern="1200">
              <a:latin typeface="Calibri Light" panose="020F0302020204030204"/>
            </a:rPr>
            <a:t>Form</a:t>
          </a:r>
          <a:endParaRPr lang="en-US" sz="1900" b="1" kern="1200"/>
        </a:p>
      </dsp:txBody>
      <dsp:txXfrm>
        <a:off x="6375205" y="219146"/>
        <a:ext cx="2794885" cy="547200"/>
      </dsp:txXfrm>
    </dsp:sp>
    <dsp:sp modelId="{EAD483E8-4D22-4A78-AF90-65861BCBA002}">
      <dsp:nvSpPr>
        <dsp:cNvPr id="0" name=""/>
        <dsp:cNvSpPr/>
      </dsp:nvSpPr>
      <dsp:spPr>
        <a:xfrm>
          <a:off x="6375205" y="766346"/>
          <a:ext cx="2794885" cy="4433174"/>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a:t>Must fill out all </a:t>
          </a:r>
          <a:r>
            <a:rPr lang="en-US" sz="1900" b="1" kern="1200"/>
            <a:t>sections </a:t>
          </a:r>
          <a:r>
            <a:rPr lang="en-US" sz="1900" kern="1200"/>
            <a:t>on the </a:t>
          </a:r>
          <a:r>
            <a:rPr lang="en-US" sz="1900" kern="1200">
              <a:latin typeface="Calibri Light" panose="020F0302020204030204"/>
            </a:rPr>
            <a:t>Google</a:t>
          </a:r>
          <a:r>
            <a:rPr lang="en-US" sz="1900" kern="1200"/>
            <a:t> form provided </a:t>
          </a:r>
        </a:p>
        <a:p>
          <a:pPr marL="171450" lvl="1" indent="-171450" algn="l" defTabSz="844550">
            <a:lnSpc>
              <a:spcPct val="90000"/>
            </a:lnSpc>
            <a:spcBef>
              <a:spcPct val="0"/>
            </a:spcBef>
            <a:spcAft>
              <a:spcPct val="15000"/>
            </a:spcAft>
            <a:buChar char="•"/>
          </a:pPr>
          <a:r>
            <a:rPr lang="en-US" sz="1900" kern="1200"/>
            <a:t>Must include </a:t>
          </a:r>
          <a:r>
            <a:rPr lang="en-US" sz="1900" b="1" kern="1200"/>
            <a:t>YouTube link </a:t>
          </a:r>
          <a:r>
            <a:rPr lang="en-US" sz="1900" kern="1200"/>
            <a:t>for video demonstration </a:t>
          </a:r>
        </a:p>
        <a:p>
          <a:pPr marL="171450" lvl="1" indent="-171450" algn="l" defTabSz="844550">
            <a:lnSpc>
              <a:spcPct val="90000"/>
            </a:lnSpc>
            <a:spcBef>
              <a:spcPct val="0"/>
            </a:spcBef>
            <a:spcAft>
              <a:spcPct val="15000"/>
            </a:spcAft>
            <a:buChar char="•"/>
          </a:pPr>
          <a:r>
            <a:rPr lang="en-US" sz="1900" kern="1200"/>
            <a:t>Must include </a:t>
          </a:r>
          <a:r>
            <a:rPr lang="en-US" sz="1900" b="1" kern="1200"/>
            <a:t>zip file </a:t>
          </a:r>
          <a:r>
            <a:rPr lang="en-US" sz="1900" kern="1200"/>
            <a:t>with all components required </a:t>
          </a:r>
        </a:p>
        <a:p>
          <a:pPr marL="171450" lvl="1" indent="-171450" algn="l" defTabSz="844550">
            <a:lnSpc>
              <a:spcPct val="90000"/>
            </a:lnSpc>
            <a:spcBef>
              <a:spcPct val="0"/>
            </a:spcBef>
            <a:spcAft>
              <a:spcPct val="15000"/>
            </a:spcAft>
            <a:buChar char="•"/>
          </a:pPr>
          <a:r>
            <a:rPr lang="en-US" sz="1900" kern="1200"/>
            <a:t>Must fill out all </a:t>
          </a:r>
          <a:r>
            <a:rPr lang="en-US" sz="1900" b="1" kern="1200"/>
            <a:t>reflection questions </a:t>
          </a:r>
          <a:r>
            <a:rPr lang="en-US" sz="1900" kern="1200"/>
            <a:t>for project.</a:t>
          </a:r>
        </a:p>
      </dsp:txBody>
      <dsp:txXfrm>
        <a:off x="6375205" y="766346"/>
        <a:ext cx="2794885" cy="44331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B9CE5F-34AA-4ACC-A792-8DA868BC75BA}">
      <dsp:nvSpPr>
        <dsp:cNvPr id="0" name=""/>
        <dsp:cNvSpPr/>
      </dsp:nvSpPr>
      <dsp:spPr>
        <a:xfrm>
          <a:off x="0" y="2719"/>
          <a:ext cx="727801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1DAAEC-AB28-4A63-8310-1DFDDAB3D8D9}">
      <dsp:nvSpPr>
        <dsp:cNvPr id="0" name=""/>
        <dsp:cNvSpPr/>
      </dsp:nvSpPr>
      <dsp:spPr>
        <a:xfrm>
          <a:off x="0" y="2719"/>
          <a:ext cx="7278018" cy="927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1" kern="1200"/>
            <a:t>8:00</a:t>
          </a:r>
          <a:r>
            <a:rPr lang="en-US" sz="2700" kern="1200"/>
            <a:t> - Doors open/Breakfast → Wertheim Lobby </a:t>
          </a:r>
        </a:p>
      </dsp:txBody>
      <dsp:txXfrm>
        <a:off x="0" y="2719"/>
        <a:ext cx="7278018" cy="927492"/>
      </dsp:txXfrm>
    </dsp:sp>
    <dsp:sp modelId="{C9E1FA47-68D6-43BF-8E39-86DE29DDEFDA}">
      <dsp:nvSpPr>
        <dsp:cNvPr id="0" name=""/>
        <dsp:cNvSpPr/>
      </dsp:nvSpPr>
      <dsp:spPr>
        <a:xfrm>
          <a:off x="0" y="930212"/>
          <a:ext cx="727801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98773E-8C32-43BF-A06C-6901D8623357}">
      <dsp:nvSpPr>
        <dsp:cNvPr id="0" name=""/>
        <dsp:cNvSpPr/>
      </dsp:nvSpPr>
      <dsp:spPr>
        <a:xfrm>
          <a:off x="0" y="930212"/>
          <a:ext cx="7278018" cy="927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1" kern="1200"/>
            <a:t>8:15 </a:t>
          </a:r>
          <a:r>
            <a:rPr lang="en-US" sz="2700" kern="1200"/>
            <a:t>– Project Overview and Submission Review </a:t>
          </a:r>
        </a:p>
      </dsp:txBody>
      <dsp:txXfrm>
        <a:off x="0" y="930212"/>
        <a:ext cx="7278018" cy="927492"/>
      </dsp:txXfrm>
    </dsp:sp>
    <dsp:sp modelId="{4B13909F-651E-41C9-BE36-507FFCAEB280}">
      <dsp:nvSpPr>
        <dsp:cNvPr id="0" name=""/>
        <dsp:cNvSpPr/>
      </dsp:nvSpPr>
      <dsp:spPr>
        <a:xfrm>
          <a:off x="0" y="1857704"/>
          <a:ext cx="727801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AFAC0C-8358-4444-A06B-9DEE59E48B65}">
      <dsp:nvSpPr>
        <dsp:cNvPr id="0" name=""/>
        <dsp:cNvSpPr/>
      </dsp:nvSpPr>
      <dsp:spPr>
        <a:xfrm>
          <a:off x="0" y="1857704"/>
          <a:ext cx="7278018" cy="927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1" kern="1200"/>
            <a:t>8:40</a:t>
          </a:r>
          <a:r>
            <a:rPr lang="en-US" sz="2700" kern="1200"/>
            <a:t> - Group Formation</a:t>
          </a:r>
        </a:p>
      </dsp:txBody>
      <dsp:txXfrm>
        <a:off x="0" y="1857704"/>
        <a:ext cx="7278018" cy="927492"/>
      </dsp:txXfrm>
    </dsp:sp>
    <dsp:sp modelId="{615667D2-EBE2-4658-B4D2-8640D73190D7}">
      <dsp:nvSpPr>
        <dsp:cNvPr id="0" name=""/>
        <dsp:cNvSpPr/>
      </dsp:nvSpPr>
      <dsp:spPr>
        <a:xfrm>
          <a:off x="0" y="2785197"/>
          <a:ext cx="727801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FDEE78-FB40-4481-BA57-5467F82AFBFC}">
      <dsp:nvSpPr>
        <dsp:cNvPr id="0" name=""/>
        <dsp:cNvSpPr/>
      </dsp:nvSpPr>
      <dsp:spPr>
        <a:xfrm>
          <a:off x="0" y="2785197"/>
          <a:ext cx="7278018" cy="927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1" kern="1200"/>
            <a:t>9:00</a:t>
          </a:r>
          <a:r>
            <a:rPr lang="en-US" sz="2700" kern="1200"/>
            <a:t> - Competition Begins </a:t>
          </a:r>
        </a:p>
      </dsp:txBody>
      <dsp:txXfrm>
        <a:off x="0" y="2785197"/>
        <a:ext cx="7278018" cy="927492"/>
      </dsp:txXfrm>
    </dsp:sp>
    <dsp:sp modelId="{124CCADB-BDA4-4614-AE74-F1E5BD1FFC5B}">
      <dsp:nvSpPr>
        <dsp:cNvPr id="0" name=""/>
        <dsp:cNvSpPr/>
      </dsp:nvSpPr>
      <dsp:spPr>
        <a:xfrm>
          <a:off x="0" y="3712689"/>
          <a:ext cx="727801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887C6F-8FC4-4A2A-B538-E331EFB1415B}">
      <dsp:nvSpPr>
        <dsp:cNvPr id="0" name=""/>
        <dsp:cNvSpPr/>
      </dsp:nvSpPr>
      <dsp:spPr>
        <a:xfrm>
          <a:off x="0" y="3712689"/>
          <a:ext cx="7278018" cy="927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1" kern="1200"/>
            <a:t>12:30</a:t>
          </a:r>
          <a:r>
            <a:rPr lang="en-US" sz="2700" kern="1200"/>
            <a:t> - Lunch </a:t>
          </a:r>
          <a:r>
            <a:rPr lang="en-US" sz="2700" kern="1200">
              <a:solidFill>
                <a:schemeClr val="tx1">
                  <a:lumMod val="65000"/>
                  <a:lumOff val="35000"/>
                </a:schemeClr>
              </a:solidFill>
            </a:rPr>
            <a:t>(Optional Break) </a:t>
          </a:r>
          <a:r>
            <a:rPr lang="en-US" sz="2700" kern="1200"/>
            <a:t>→ Wertheim Lobby </a:t>
          </a:r>
        </a:p>
      </dsp:txBody>
      <dsp:txXfrm>
        <a:off x="0" y="3712689"/>
        <a:ext cx="7278018" cy="927492"/>
      </dsp:txXfrm>
    </dsp:sp>
    <dsp:sp modelId="{2FA98316-DF65-4AA3-BBAC-9C8E353408B7}">
      <dsp:nvSpPr>
        <dsp:cNvPr id="0" name=""/>
        <dsp:cNvSpPr/>
      </dsp:nvSpPr>
      <dsp:spPr>
        <a:xfrm>
          <a:off x="0" y="4640181"/>
          <a:ext cx="727801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22D1B6-9F19-442B-B0EE-A812B3BC413B}">
      <dsp:nvSpPr>
        <dsp:cNvPr id="0" name=""/>
        <dsp:cNvSpPr/>
      </dsp:nvSpPr>
      <dsp:spPr>
        <a:xfrm>
          <a:off x="0" y="4640181"/>
          <a:ext cx="7278018" cy="927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1" kern="1200"/>
            <a:t>5:00</a:t>
          </a:r>
          <a:r>
            <a:rPr lang="en-US" sz="2700" kern="1200"/>
            <a:t> – Code/Video Submissions Due</a:t>
          </a:r>
        </a:p>
      </dsp:txBody>
      <dsp:txXfrm>
        <a:off x="0" y="4640181"/>
        <a:ext cx="7278018" cy="9274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5667D2-EBE2-4658-B4D2-8640D73190D7}">
      <dsp:nvSpPr>
        <dsp:cNvPr id="0" name=""/>
        <dsp:cNvSpPr/>
      </dsp:nvSpPr>
      <dsp:spPr>
        <a:xfrm>
          <a:off x="0" y="2719"/>
          <a:ext cx="727801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FDEE78-FB40-4481-BA57-5467F82AFBFC}">
      <dsp:nvSpPr>
        <dsp:cNvPr id="0" name=""/>
        <dsp:cNvSpPr/>
      </dsp:nvSpPr>
      <dsp:spPr>
        <a:xfrm>
          <a:off x="0" y="2719"/>
          <a:ext cx="7278018" cy="927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a:t>9:00 – 10:30 </a:t>
          </a:r>
          <a:r>
            <a:rPr lang="en-US" sz="2600" b="0" kern="1200"/>
            <a:t>– Literature review and AI workflow plan </a:t>
          </a:r>
          <a:endParaRPr lang="en-US" sz="2600" kern="1200"/>
        </a:p>
      </dsp:txBody>
      <dsp:txXfrm>
        <a:off x="0" y="2719"/>
        <a:ext cx="7278018" cy="927492"/>
      </dsp:txXfrm>
    </dsp:sp>
    <dsp:sp modelId="{247555EA-6619-4037-88ED-7D6FE2927475}">
      <dsp:nvSpPr>
        <dsp:cNvPr id="0" name=""/>
        <dsp:cNvSpPr/>
      </dsp:nvSpPr>
      <dsp:spPr>
        <a:xfrm>
          <a:off x="0" y="930212"/>
          <a:ext cx="727801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2F2028-8883-43C0-ADB9-D3D691B401B6}">
      <dsp:nvSpPr>
        <dsp:cNvPr id="0" name=""/>
        <dsp:cNvSpPr/>
      </dsp:nvSpPr>
      <dsp:spPr>
        <a:xfrm>
          <a:off x="0" y="930212"/>
          <a:ext cx="7278018" cy="927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a:t>10:30 – 12:30 </a:t>
          </a:r>
          <a:r>
            <a:rPr lang="en-US" sz="2600" b="0" kern="1200"/>
            <a:t>– First iteration of backend AI pipeline and CLI tool running</a:t>
          </a:r>
          <a:endParaRPr lang="en-US" sz="2600" b="1" kern="1200"/>
        </a:p>
      </dsp:txBody>
      <dsp:txXfrm>
        <a:off x="0" y="930212"/>
        <a:ext cx="7278018" cy="927492"/>
      </dsp:txXfrm>
    </dsp:sp>
    <dsp:sp modelId="{124CCADB-BDA4-4614-AE74-F1E5BD1FFC5B}">
      <dsp:nvSpPr>
        <dsp:cNvPr id="0" name=""/>
        <dsp:cNvSpPr/>
      </dsp:nvSpPr>
      <dsp:spPr>
        <a:xfrm>
          <a:off x="0" y="1857704"/>
          <a:ext cx="727801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887C6F-8FC4-4A2A-B538-E331EFB1415B}">
      <dsp:nvSpPr>
        <dsp:cNvPr id="0" name=""/>
        <dsp:cNvSpPr/>
      </dsp:nvSpPr>
      <dsp:spPr>
        <a:xfrm>
          <a:off x="0" y="1857704"/>
          <a:ext cx="7278018" cy="927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a:t>12:30</a:t>
          </a:r>
          <a:r>
            <a:rPr lang="en-US" sz="2600" kern="1200"/>
            <a:t> - Lunch </a:t>
          </a:r>
          <a:r>
            <a:rPr lang="en-US" sz="2600" kern="1200">
              <a:solidFill>
                <a:schemeClr val="tx1">
                  <a:lumMod val="65000"/>
                  <a:lumOff val="35000"/>
                </a:schemeClr>
              </a:solidFill>
            </a:rPr>
            <a:t>(Optional Break) </a:t>
          </a:r>
          <a:r>
            <a:rPr lang="en-US" sz="2600" kern="1200"/>
            <a:t>→ Wertheim Lobby </a:t>
          </a:r>
        </a:p>
      </dsp:txBody>
      <dsp:txXfrm>
        <a:off x="0" y="1857704"/>
        <a:ext cx="7278018" cy="927492"/>
      </dsp:txXfrm>
    </dsp:sp>
    <dsp:sp modelId="{07B5E644-7356-40E6-8973-8DD652AAD6C2}">
      <dsp:nvSpPr>
        <dsp:cNvPr id="0" name=""/>
        <dsp:cNvSpPr/>
      </dsp:nvSpPr>
      <dsp:spPr>
        <a:xfrm>
          <a:off x="0" y="2785197"/>
          <a:ext cx="727801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CF07CC-6B87-4A32-ACF1-950ED1C0FADB}">
      <dsp:nvSpPr>
        <dsp:cNvPr id="0" name=""/>
        <dsp:cNvSpPr/>
      </dsp:nvSpPr>
      <dsp:spPr>
        <a:xfrm>
          <a:off x="0" y="2785197"/>
          <a:ext cx="7278018" cy="927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a:t>1:00 </a:t>
          </a:r>
          <a:r>
            <a:rPr lang="en-US" sz="2600" kern="1200"/>
            <a:t>– </a:t>
          </a:r>
          <a:r>
            <a:rPr lang="en-US" sz="2600" b="1" kern="1200"/>
            <a:t>4:00</a:t>
          </a:r>
          <a:r>
            <a:rPr lang="en-US" sz="2600" kern="1200"/>
            <a:t> </a:t>
          </a:r>
          <a:r>
            <a:rPr lang="en-US" sz="2600" kern="1200">
              <a:solidFill>
                <a:schemeClr val="tx1">
                  <a:lumMod val="65000"/>
                  <a:lumOff val="35000"/>
                </a:schemeClr>
              </a:solidFill>
            </a:rPr>
            <a:t>(Recommendation) </a:t>
          </a:r>
          <a:r>
            <a:rPr lang="en-US" sz="2600" kern="1200">
              <a:solidFill>
                <a:schemeClr val="tx1"/>
              </a:solidFill>
            </a:rPr>
            <a:t>B</a:t>
          </a:r>
          <a:r>
            <a:rPr lang="en-US" sz="2600" kern="1200"/>
            <a:t>ackend improvements and iteration</a:t>
          </a:r>
        </a:p>
      </dsp:txBody>
      <dsp:txXfrm>
        <a:off x="0" y="2785197"/>
        <a:ext cx="7278018" cy="927492"/>
      </dsp:txXfrm>
    </dsp:sp>
    <dsp:sp modelId="{6DA4D9E4-A9B8-4191-933B-A772261E6E93}">
      <dsp:nvSpPr>
        <dsp:cNvPr id="0" name=""/>
        <dsp:cNvSpPr/>
      </dsp:nvSpPr>
      <dsp:spPr>
        <a:xfrm>
          <a:off x="0" y="3712689"/>
          <a:ext cx="727801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603044-05CC-4653-AF20-642A5922AAEB}">
      <dsp:nvSpPr>
        <dsp:cNvPr id="0" name=""/>
        <dsp:cNvSpPr/>
      </dsp:nvSpPr>
      <dsp:spPr>
        <a:xfrm>
          <a:off x="0" y="3712689"/>
          <a:ext cx="7278018" cy="927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a:t>4:00-5:00 – </a:t>
          </a:r>
          <a:r>
            <a:rPr lang="en-US" sz="2600" b="0" kern="1200">
              <a:solidFill>
                <a:schemeClr val="tx1">
                  <a:lumMod val="65000"/>
                  <a:lumOff val="35000"/>
                </a:schemeClr>
              </a:solidFill>
            </a:rPr>
            <a:t>(Recommendation) </a:t>
          </a:r>
          <a:r>
            <a:rPr lang="en-US" sz="2600" b="0" kern="1200"/>
            <a:t>Complete video demo, work through submission form</a:t>
          </a:r>
          <a:endParaRPr lang="en-US" sz="2600" b="1" kern="1200"/>
        </a:p>
      </dsp:txBody>
      <dsp:txXfrm>
        <a:off x="0" y="3712689"/>
        <a:ext cx="7278018" cy="927492"/>
      </dsp:txXfrm>
    </dsp:sp>
    <dsp:sp modelId="{2FA98316-DF65-4AA3-BBAC-9C8E353408B7}">
      <dsp:nvSpPr>
        <dsp:cNvPr id="0" name=""/>
        <dsp:cNvSpPr/>
      </dsp:nvSpPr>
      <dsp:spPr>
        <a:xfrm>
          <a:off x="0" y="4640181"/>
          <a:ext cx="727801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22D1B6-9F19-442B-B0EE-A812B3BC413B}">
      <dsp:nvSpPr>
        <dsp:cNvPr id="0" name=""/>
        <dsp:cNvSpPr/>
      </dsp:nvSpPr>
      <dsp:spPr>
        <a:xfrm>
          <a:off x="0" y="4640181"/>
          <a:ext cx="7278018" cy="927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a:t>5:00</a:t>
          </a:r>
          <a:r>
            <a:rPr lang="en-US" sz="2600" kern="1200"/>
            <a:t> – Code/Video Submissions Due</a:t>
          </a:r>
        </a:p>
      </dsp:txBody>
      <dsp:txXfrm>
        <a:off x="0" y="4640181"/>
        <a:ext cx="7278018" cy="927492"/>
      </dsp:txXfrm>
    </dsp:sp>
  </dsp:spTree>
</dsp:drawing>
</file>

<file path=ppt/diagrams/layout1.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3408"/>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3408"/>
          </a:xfrm>
          <a:prstGeom prst="rect">
            <a:avLst/>
          </a:prstGeom>
        </p:spPr>
        <p:txBody>
          <a:bodyPr vert="horz" lIns="92492" tIns="46246" rIns="92492" bIns="46246" rtlCol="0"/>
          <a:lstStyle>
            <a:lvl1pPr algn="r">
              <a:defRPr sz="1200"/>
            </a:lvl1pPr>
          </a:lstStyle>
          <a:p>
            <a:fld id="{C39603FE-A3E6-457E-8B25-360F4135061C}" type="datetimeFigureOut">
              <a:rPr lang="en-US" smtClean="0"/>
              <a:t>9/25/2025</a:t>
            </a:fld>
            <a:endParaRPr lang="en-US"/>
          </a:p>
        </p:txBody>
      </p:sp>
      <p:sp>
        <p:nvSpPr>
          <p:cNvPr id="4" name="Slide Image Placeholder 3"/>
          <p:cNvSpPr>
            <a:spLocks noGrp="1" noRot="1" noChangeAspect="1"/>
          </p:cNvSpPr>
          <p:nvPr>
            <p:ph type="sldImg" idx="2"/>
          </p:nvPr>
        </p:nvSpPr>
        <p:spPr>
          <a:xfrm>
            <a:off x="703263" y="1154113"/>
            <a:ext cx="5543550" cy="3117850"/>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444861"/>
            <a:ext cx="5560060" cy="3636705"/>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3407"/>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3407"/>
          </a:xfrm>
          <a:prstGeom prst="rect">
            <a:avLst/>
          </a:prstGeom>
        </p:spPr>
        <p:txBody>
          <a:bodyPr vert="horz" lIns="92492" tIns="46246" rIns="92492" bIns="46246" rtlCol="0" anchor="b"/>
          <a:lstStyle>
            <a:lvl1pPr algn="r">
              <a:defRPr sz="1200"/>
            </a:lvl1pPr>
          </a:lstStyle>
          <a:p>
            <a:fld id="{09BC2090-7556-4ED7-BE3C-607C1813B8C1}" type="slidenum">
              <a:rPr lang="en-US" smtClean="0"/>
              <a:t>‹#›</a:t>
            </a:fld>
            <a:endParaRPr lang="en-US"/>
          </a:p>
        </p:txBody>
      </p:sp>
    </p:spTree>
    <p:extLst>
      <p:ext uri="{BB962C8B-B14F-4D97-AF65-F5344CB8AC3E}">
        <p14:creationId xmlns:p14="http://schemas.microsoft.com/office/powerpoint/2010/main" val="3775381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Tyler</a:t>
            </a:r>
          </a:p>
        </p:txBody>
      </p:sp>
      <p:sp>
        <p:nvSpPr>
          <p:cNvPr id="4" name="Slide Number Placeholder 3"/>
          <p:cNvSpPr>
            <a:spLocks noGrp="1"/>
          </p:cNvSpPr>
          <p:nvPr>
            <p:ph type="sldNum" sz="quarter" idx="5"/>
          </p:nvPr>
        </p:nvSpPr>
        <p:spPr/>
        <p:txBody>
          <a:bodyPr/>
          <a:lstStyle/>
          <a:p>
            <a:fld id="{09BC2090-7556-4ED7-BE3C-607C1813B8C1}" type="slidenum">
              <a:rPr lang="en-US" smtClean="0"/>
              <a:t>1</a:t>
            </a:fld>
            <a:endParaRPr lang="en-US"/>
          </a:p>
        </p:txBody>
      </p:sp>
    </p:spTree>
    <p:extLst>
      <p:ext uri="{BB962C8B-B14F-4D97-AF65-F5344CB8AC3E}">
        <p14:creationId xmlns:p14="http://schemas.microsoft.com/office/powerpoint/2010/main" val="2094366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Tyler</a:t>
            </a:r>
          </a:p>
        </p:txBody>
      </p:sp>
      <p:sp>
        <p:nvSpPr>
          <p:cNvPr id="4" name="Slide Number Placeholder 3"/>
          <p:cNvSpPr>
            <a:spLocks noGrp="1"/>
          </p:cNvSpPr>
          <p:nvPr>
            <p:ph type="sldNum" sz="quarter" idx="5"/>
          </p:nvPr>
        </p:nvSpPr>
        <p:spPr/>
        <p:txBody>
          <a:bodyPr/>
          <a:lstStyle/>
          <a:p>
            <a:fld id="{09BC2090-7556-4ED7-BE3C-607C1813B8C1}" type="slidenum">
              <a:rPr lang="en-US" smtClean="0"/>
              <a:t>2</a:t>
            </a:fld>
            <a:endParaRPr lang="en-US"/>
          </a:p>
        </p:txBody>
      </p:sp>
    </p:spTree>
    <p:extLst>
      <p:ext uri="{BB962C8B-B14F-4D97-AF65-F5344CB8AC3E}">
        <p14:creationId xmlns:p14="http://schemas.microsoft.com/office/powerpoint/2010/main" val="310977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Tyler</a:t>
            </a:r>
          </a:p>
        </p:txBody>
      </p:sp>
      <p:sp>
        <p:nvSpPr>
          <p:cNvPr id="4" name="Slide Number Placeholder 3"/>
          <p:cNvSpPr>
            <a:spLocks noGrp="1"/>
          </p:cNvSpPr>
          <p:nvPr>
            <p:ph type="sldNum" sz="quarter" idx="5"/>
          </p:nvPr>
        </p:nvSpPr>
        <p:spPr/>
        <p:txBody>
          <a:bodyPr/>
          <a:lstStyle/>
          <a:p>
            <a:fld id="{09BC2090-7556-4ED7-BE3C-607C1813B8C1}" type="slidenum">
              <a:rPr lang="en-US" smtClean="0"/>
              <a:t>3</a:t>
            </a:fld>
            <a:endParaRPr lang="en-US"/>
          </a:p>
        </p:txBody>
      </p:sp>
    </p:spTree>
    <p:extLst>
      <p:ext uri="{BB962C8B-B14F-4D97-AF65-F5344CB8AC3E}">
        <p14:creationId xmlns:p14="http://schemas.microsoft.com/office/powerpoint/2010/main" val="671936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Drew</a:t>
            </a:r>
          </a:p>
        </p:txBody>
      </p:sp>
      <p:sp>
        <p:nvSpPr>
          <p:cNvPr id="4" name="Slide Number Placeholder 3"/>
          <p:cNvSpPr>
            <a:spLocks noGrp="1"/>
          </p:cNvSpPr>
          <p:nvPr>
            <p:ph type="sldNum" sz="quarter" idx="5"/>
          </p:nvPr>
        </p:nvSpPr>
        <p:spPr/>
        <p:txBody>
          <a:bodyPr/>
          <a:lstStyle/>
          <a:p>
            <a:fld id="{09BC2090-7556-4ED7-BE3C-607C1813B8C1}" type="slidenum">
              <a:rPr lang="en-US" smtClean="0"/>
              <a:t>4</a:t>
            </a:fld>
            <a:endParaRPr lang="en-US"/>
          </a:p>
        </p:txBody>
      </p:sp>
    </p:spTree>
    <p:extLst>
      <p:ext uri="{BB962C8B-B14F-4D97-AF65-F5344CB8AC3E}">
        <p14:creationId xmlns:p14="http://schemas.microsoft.com/office/powerpoint/2010/main" val="2544080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Drew</a:t>
            </a:r>
          </a:p>
          <a:p>
            <a:endParaRPr lang="en-US">
              <a:latin typeface="Calibri"/>
              <a:ea typeface="Calibri"/>
              <a:cs typeface="Calibri"/>
            </a:endParaRPr>
          </a:p>
          <a:p>
            <a:endParaRPr lang="en-US">
              <a:latin typeface="Calibri"/>
              <a:ea typeface="Calibri"/>
              <a:cs typeface="Calibri"/>
            </a:endParaRPr>
          </a:p>
          <a:p>
            <a:r>
              <a:rPr lang="en-US">
                <a:latin typeface="Calibri"/>
                <a:ea typeface="Calibri"/>
                <a:cs typeface="Calibri"/>
              </a:rPr>
              <a:t>Goal here is to explain that Aeronix develops a lot of custom PCBs and each one has to be “checked” out using a test plan. This slide shows some of the issues that we have with making these test plans. </a:t>
            </a:r>
          </a:p>
        </p:txBody>
      </p:sp>
      <p:sp>
        <p:nvSpPr>
          <p:cNvPr id="4" name="Slide Number Placeholder 3"/>
          <p:cNvSpPr>
            <a:spLocks noGrp="1"/>
          </p:cNvSpPr>
          <p:nvPr>
            <p:ph type="sldNum" sz="quarter" idx="5"/>
          </p:nvPr>
        </p:nvSpPr>
        <p:spPr/>
        <p:txBody>
          <a:bodyPr/>
          <a:lstStyle/>
          <a:p>
            <a:fld id="{09BC2090-7556-4ED7-BE3C-607C1813B8C1}" type="slidenum">
              <a:rPr lang="en-US" smtClean="0"/>
              <a:t>5</a:t>
            </a:fld>
            <a:endParaRPr lang="en-US"/>
          </a:p>
        </p:txBody>
      </p:sp>
    </p:spTree>
    <p:extLst>
      <p:ext uri="{BB962C8B-B14F-4D97-AF65-F5344CB8AC3E}">
        <p14:creationId xmlns:p14="http://schemas.microsoft.com/office/powerpoint/2010/main" val="745575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Drew</a:t>
            </a:r>
          </a:p>
        </p:txBody>
      </p:sp>
      <p:sp>
        <p:nvSpPr>
          <p:cNvPr id="4" name="Slide Number Placeholder 3"/>
          <p:cNvSpPr>
            <a:spLocks noGrp="1"/>
          </p:cNvSpPr>
          <p:nvPr>
            <p:ph type="sldNum" sz="quarter" idx="5"/>
          </p:nvPr>
        </p:nvSpPr>
        <p:spPr/>
        <p:txBody>
          <a:bodyPr/>
          <a:lstStyle/>
          <a:p>
            <a:fld id="{09BC2090-7556-4ED7-BE3C-607C1813B8C1}" type="slidenum">
              <a:rPr lang="en-US" smtClean="0"/>
              <a:t>6</a:t>
            </a:fld>
            <a:endParaRPr lang="en-US"/>
          </a:p>
        </p:txBody>
      </p:sp>
    </p:spTree>
    <p:extLst>
      <p:ext uri="{BB962C8B-B14F-4D97-AF65-F5344CB8AC3E}">
        <p14:creationId xmlns:p14="http://schemas.microsoft.com/office/powerpoint/2010/main" val="3868244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Michael</a:t>
            </a:r>
          </a:p>
        </p:txBody>
      </p:sp>
      <p:sp>
        <p:nvSpPr>
          <p:cNvPr id="4" name="Slide Number Placeholder 3"/>
          <p:cNvSpPr>
            <a:spLocks noGrp="1"/>
          </p:cNvSpPr>
          <p:nvPr>
            <p:ph type="sldNum" sz="quarter" idx="5"/>
          </p:nvPr>
        </p:nvSpPr>
        <p:spPr/>
        <p:txBody>
          <a:bodyPr/>
          <a:lstStyle/>
          <a:p>
            <a:fld id="{09BC2090-7556-4ED7-BE3C-607C1813B8C1}" type="slidenum">
              <a:rPr lang="en-US" smtClean="0"/>
              <a:t>7</a:t>
            </a:fld>
            <a:endParaRPr lang="en-US"/>
          </a:p>
        </p:txBody>
      </p:sp>
    </p:spTree>
    <p:extLst>
      <p:ext uri="{BB962C8B-B14F-4D97-AF65-F5344CB8AC3E}">
        <p14:creationId xmlns:p14="http://schemas.microsoft.com/office/powerpoint/2010/main" val="1941100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E0123-C1F2-7615-B7D6-3D62CCE819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2316EA-D760-C126-C355-42953DAC79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B36BAA-E3B5-4B51-5FEA-0B785F0F0EA2}"/>
              </a:ext>
            </a:extLst>
          </p:cNvPr>
          <p:cNvSpPr>
            <a:spLocks noGrp="1"/>
          </p:cNvSpPr>
          <p:nvPr>
            <p:ph type="body" idx="1"/>
          </p:nvPr>
        </p:nvSpPr>
        <p:spPr/>
        <p:txBody>
          <a:bodyPr/>
          <a:lstStyle/>
          <a:p>
            <a:r>
              <a:rPr lang="en-US"/>
              <a:t>Michael</a:t>
            </a:r>
          </a:p>
        </p:txBody>
      </p:sp>
      <p:sp>
        <p:nvSpPr>
          <p:cNvPr id="4" name="Slide Number Placeholder 3">
            <a:extLst>
              <a:ext uri="{FF2B5EF4-FFF2-40B4-BE49-F238E27FC236}">
                <a16:creationId xmlns:a16="http://schemas.microsoft.com/office/drawing/2014/main" id="{7D2C001A-A0CE-80A2-23C6-476A57E90434}"/>
              </a:ext>
            </a:extLst>
          </p:cNvPr>
          <p:cNvSpPr>
            <a:spLocks noGrp="1"/>
          </p:cNvSpPr>
          <p:nvPr>
            <p:ph type="sldNum" sz="quarter" idx="5"/>
          </p:nvPr>
        </p:nvSpPr>
        <p:spPr/>
        <p:txBody>
          <a:bodyPr/>
          <a:lstStyle/>
          <a:p>
            <a:fld id="{09BC2090-7556-4ED7-BE3C-607C1813B8C1}" type="slidenum">
              <a:rPr lang="en-US" smtClean="0"/>
              <a:t>8</a:t>
            </a:fld>
            <a:endParaRPr lang="en-US"/>
          </a:p>
        </p:txBody>
      </p:sp>
    </p:spTree>
    <p:extLst>
      <p:ext uri="{BB962C8B-B14F-4D97-AF65-F5344CB8AC3E}">
        <p14:creationId xmlns:p14="http://schemas.microsoft.com/office/powerpoint/2010/main" val="10837658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051CC-51A8-3FF7-9B48-54E2BDC7FE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902A6F-E483-E2EB-D1B5-FEE1DA43A2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2CE612-779E-350E-C2D0-F1904296AF17}"/>
              </a:ext>
            </a:extLst>
          </p:cNvPr>
          <p:cNvSpPr>
            <a:spLocks noGrp="1"/>
          </p:cNvSpPr>
          <p:nvPr>
            <p:ph type="body" idx="1"/>
          </p:nvPr>
        </p:nvSpPr>
        <p:spPr/>
        <p:txBody>
          <a:bodyPr/>
          <a:lstStyle/>
          <a:p>
            <a:r>
              <a:rPr lang="en-US"/>
              <a:t>Michael</a:t>
            </a:r>
          </a:p>
        </p:txBody>
      </p:sp>
      <p:sp>
        <p:nvSpPr>
          <p:cNvPr id="4" name="Slide Number Placeholder 3">
            <a:extLst>
              <a:ext uri="{FF2B5EF4-FFF2-40B4-BE49-F238E27FC236}">
                <a16:creationId xmlns:a16="http://schemas.microsoft.com/office/drawing/2014/main" id="{B31E3A08-F05B-C1E2-7ADE-611AB54102CF}"/>
              </a:ext>
            </a:extLst>
          </p:cNvPr>
          <p:cNvSpPr>
            <a:spLocks noGrp="1"/>
          </p:cNvSpPr>
          <p:nvPr>
            <p:ph type="sldNum" sz="quarter" idx="5"/>
          </p:nvPr>
        </p:nvSpPr>
        <p:spPr/>
        <p:txBody>
          <a:bodyPr/>
          <a:lstStyle/>
          <a:p>
            <a:fld id="{09BC2090-7556-4ED7-BE3C-607C1813B8C1}" type="slidenum">
              <a:rPr lang="en-US" smtClean="0"/>
              <a:t>9</a:t>
            </a:fld>
            <a:endParaRPr lang="en-US"/>
          </a:p>
        </p:txBody>
      </p:sp>
    </p:spTree>
    <p:extLst>
      <p:ext uri="{BB962C8B-B14F-4D97-AF65-F5344CB8AC3E}">
        <p14:creationId xmlns:p14="http://schemas.microsoft.com/office/powerpoint/2010/main" val="1843156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Drew</a:t>
            </a:r>
          </a:p>
        </p:txBody>
      </p:sp>
      <p:sp>
        <p:nvSpPr>
          <p:cNvPr id="4" name="Slide Number Placeholder 3"/>
          <p:cNvSpPr>
            <a:spLocks noGrp="1"/>
          </p:cNvSpPr>
          <p:nvPr>
            <p:ph type="sldNum" sz="quarter" idx="5"/>
          </p:nvPr>
        </p:nvSpPr>
        <p:spPr/>
        <p:txBody>
          <a:bodyPr/>
          <a:lstStyle/>
          <a:p>
            <a:fld id="{09BC2090-7556-4ED7-BE3C-607C1813B8C1}" type="slidenum">
              <a:rPr lang="en-US" smtClean="0"/>
              <a:t>11</a:t>
            </a:fld>
            <a:endParaRPr lang="en-US"/>
          </a:p>
        </p:txBody>
      </p:sp>
    </p:spTree>
    <p:extLst>
      <p:ext uri="{BB962C8B-B14F-4D97-AF65-F5344CB8AC3E}">
        <p14:creationId xmlns:p14="http://schemas.microsoft.com/office/powerpoint/2010/main" val="678527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err="1"/>
              <a:t>Drew:Bit</a:t>
            </a:r>
            <a:r>
              <a:rPr lang="en-US"/>
              <a:t> of background on the Lora Radio</a:t>
            </a:r>
          </a:p>
        </p:txBody>
      </p:sp>
      <p:sp>
        <p:nvSpPr>
          <p:cNvPr id="4" name="Slide Number Placeholder 3"/>
          <p:cNvSpPr>
            <a:spLocks noGrp="1"/>
          </p:cNvSpPr>
          <p:nvPr>
            <p:ph type="sldNum" sz="quarter" idx="5"/>
          </p:nvPr>
        </p:nvSpPr>
        <p:spPr/>
        <p:txBody>
          <a:bodyPr/>
          <a:lstStyle/>
          <a:p>
            <a:fld id="{09BC2090-7556-4ED7-BE3C-607C1813B8C1}" type="slidenum">
              <a:rPr lang="en-US" smtClean="0"/>
              <a:t>12</a:t>
            </a:fld>
            <a:endParaRPr lang="en-US"/>
          </a:p>
        </p:txBody>
      </p:sp>
    </p:spTree>
    <p:extLst>
      <p:ext uri="{BB962C8B-B14F-4D97-AF65-F5344CB8AC3E}">
        <p14:creationId xmlns:p14="http://schemas.microsoft.com/office/powerpoint/2010/main" val="3311615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Drew</a:t>
            </a:r>
          </a:p>
          <a:p>
            <a:endParaRPr lang="en-US"/>
          </a:p>
        </p:txBody>
      </p:sp>
      <p:sp>
        <p:nvSpPr>
          <p:cNvPr id="4" name="Slide Number Placeholder 3"/>
          <p:cNvSpPr>
            <a:spLocks noGrp="1"/>
          </p:cNvSpPr>
          <p:nvPr>
            <p:ph type="sldNum" sz="quarter" idx="5"/>
          </p:nvPr>
        </p:nvSpPr>
        <p:spPr/>
        <p:txBody>
          <a:bodyPr/>
          <a:lstStyle/>
          <a:p>
            <a:fld id="{09BC2090-7556-4ED7-BE3C-607C1813B8C1}" type="slidenum">
              <a:rPr lang="en-US" smtClean="0"/>
              <a:t>13</a:t>
            </a:fld>
            <a:endParaRPr lang="en-US"/>
          </a:p>
        </p:txBody>
      </p:sp>
    </p:spTree>
    <p:extLst>
      <p:ext uri="{BB962C8B-B14F-4D97-AF65-F5344CB8AC3E}">
        <p14:creationId xmlns:p14="http://schemas.microsoft.com/office/powerpoint/2010/main" val="785755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Drew</a:t>
            </a:r>
          </a:p>
          <a:p>
            <a:endParaRPr lang="en-US"/>
          </a:p>
        </p:txBody>
      </p:sp>
      <p:sp>
        <p:nvSpPr>
          <p:cNvPr id="4" name="Slide Number Placeholder 3"/>
          <p:cNvSpPr>
            <a:spLocks noGrp="1"/>
          </p:cNvSpPr>
          <p:nvPr>
            <p:ph type="sldNum" sz="quarter" idx="5"/>
          </p:nvPr>
        </p:nvSpPr>
        <p:spPr/>
        <p:txBody>
          <a:bodyPr/>
          <a:lstStyle/>
          <a:p>
            <a:fld id="{09BC2090-7556-4ED7-BE3C-607C1813B8C1}" type="slidenum">
              <a:rPr lang="en-US" smtClean="0"/>
              <a:t>14</a:t>
            </a:fld>
            <a:endParaRPr lang="en-US"/>
          </a:p>
        </p:txBody>
      </p:sp>
    </p:spTree>
    <p:extLst>
      <p:ext uri="{BB962C8B-B14F-4D97-AF65-F5344CB8AC3E}">
        <p14:creationId xmlns:p14="http://schemas.microsoft.com/office/powerpoint/2010/main" val="28858392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Emmalee</a:t>
            </a:r>
          </a:p>
        </p:txBody>
      </p:sp>
      <p:sp>
        <p:nvSpPr>
          <p:cNvPr id="4" name="Slide Number Placeholder 3"/>
          <p:cNvSpPr>
            <a:spLocks noGrp="1"/>
          </p:cNvSpPr>
          <p:nvPr>
            <p:ph type="sldNum" sz="quarter" idx="5"/>
          </p:nvPr>
        </p:nvSpPr>
        <p:spPr/>
        <p:txBody>
          <a:bodyPr/>
          <a:lstStyle/>
          <a:p>
            <a:fld id="{09BC2090-7556-4ED7-BE3C-607C1813B8C1}" type="slidenum">
              <a:rPr lang="en-US" smtClean="0"/>
              <a:t>17</a:t>
            </a:fld>
            <a:endParaRPr lang="en-US"/>
          </a:p>
        </p:txBody>
      </p:sp>
    </p:spTree>
    <p:extLst>
      <p:ext uri="{BB962C8B-B14F-4D97-AF65-F5344CB8AC3E}">
        <p14:creationId xmlns:p14="http://schemas.microsoft.com/office/powerpoint/2010/main" val="27731975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Michael </a:t>
            </a:r>
          </a:p>
        </p:txBody>
      </p:sp>
      <p:sp>
        <p:nvSpPr>
          <p:cNvPr id="4" name="Slide Number Placeholder 3"/>
          <p:cNvSpPr>
            <a:spLocks noGrp="1"/>
          </p:cNvSpPr>
          <p:nvPr>
            <p:ph type="sldNum" sz="quarter" idx="5"/>
          </p:nvPr>
        </p:nvSpPr>
        <p:spPr/>
        <p:txBody>
          <a:bodyPr/>
          <a:lstStyle/>
          <a:p>
            <a:fld id="{09BC2090-7556-4ED7-BE3C-607C1813B8C1}" type="slidenum">
              <a:rPr lang="en-US" smtClean="0"/>
              <a:t>23</a:t>
            </a:fld>
            <a:endParaRPr lang="en-US"/>
          </a:p>
        </p:txBody>
      </p:sp>
    </p:spTree>
    <p:extLst>
      <p:ext uri="{BB962C8B-B14F-4D97-AF65-F5344CB8AC3E}">
        <p14:creationId xmlns:p14="http://schemas.microsoft.com/office/powerpoint/2010/main" val="3881371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8_Images and Contents Layout">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19778ECB-ABDB-0452-4D85-E1DF7DCC0990}"/>
              </a:ext>
            </a:extLst>
          </p:cNvPr>
          <p:cNvSpPr>
            <a:spLocks noGrp="1"/>
          </p:cNvSpPr>
          <p:nvPr>
            <p:ph type="sldNum" sz="quarter" idx="12"/>
          </p:nvPr>
        </p:nvSpPr>
        <p:spPr>
          <a:xfrm>
            <a:off x="4724400" y="6356349"/>
            <a:ext cx="2743200" cy="365125"/>
          </a:xfrm>
          <a:prstGeom prst="rect">
            <a:avLst/>
          </a:prstGeom>
        </p:spPr>
        <p:txBody>
          <a:bodyPr/>
          <a:lstStyle>
            <a:lvl1pPr algn="ctr">
              <a:defRPr>
                <a:solidFill>
                  <a:schemeClr val="accent2"/>
                </a:solidFill>
                <a:latin typeface="Montserrat SemiBold" panose="00000700000000000000" pitchFamily="50" charset="0"/>
              </a:defRPr>
            </a:lvl1pPr>
          </a:lstStyle>
          <a:p>
            <a:fld id="{1E28C9BD-9CF8-4E5C-B63D-3EC09948A2F1}" type="slidenum">
              <a:rPr lang="en-US" smtClean="0"/>
              <a:pPr/>
              <a:t>‹#›</a:t>
            </a:fld>
            <a:endParaRPr lang="en-US"/>
          </a:p>
        </p:txBody>
      </p:sp>
      <p:pic>
        <p:nvPicPr>
          <p:cNvPr id="7" name="Picture 6">
            <a:extLst>
              <a:ext uri="{FF2B5EF4-FFF2-40B4-BE49-F238E27FC236}">
                <a16:creationId xmlns:a16="http://schemas.microsoft.com/office/drawing/2014/main" id="{50327EF5-76D6-56BA-C122-7A256B65B75A}"/>
              </a:ext>
            </a:extLst>
          </p:cNvPr>
          <p:cNvPicPr>
            <a:picLocks noChangeAspect="1"/>
          </p:cNvPicPr>
          <p:nvPr userDrawn="1"/>
        </p:nvPicPr>
        <p:blipFill>
          <a:blip r:embed="rId2"/>
          <a:stretch>
            <a:fillRect/>
          </a:stretch>
        </p:blipFill>
        <p:spPr>
          <a:xfrm>
            <a:off x="10453037" y="366650"/>
            <a:ext cx="894758" cy="819108"/>
          </a:xfrm>
          <a:prstGeom prst="rect">
            <a:avLst/>
          </a:prstGeom>
        </p:spPr>
      </p:pic>
      <p:cxnSp>
        <p:nvCxnSpPr>
          <p:cNvPr id="9" name="Straight Connector 8">
            <a:extLst>
              <a:ext uri="{FF2B5EF4-FFF2-40B4-BE49-F238E27FC236}">
                <a16:creationId xmlns:a16="http://schemas.microsoft.com/office/drawing/2014/main" id="{A835AFA6-8362-9379-8754-F0F0F222BDE7}"/>
              </a:ext>
            </a:extLst>
          </p:cNvPr>
          <p:cNvCxnSpPr>
            <a:cxnSpLocks/>
            <a:endCxn id="7" idx="1"/>
          </p:cNvCxnSpPr>
          <p:nvPr userDrawn="1"/>
        </p:nvCxnSpPr>
        <p:spPr>
          <a:xfrm>
            <a:off x="22232" y="776204"/>
            <a:ext cx="10430805" cy="0"/>
          </a:xfrm>
          <a:prstGeom prst="line">
            <a:avLst/>
          </a:prstGeom>
          <a:ln w="28575">
            <a:solidFill>
              <a:srgbClr val="37689D"/>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46E47C1-CB1D-1123-43DC-9D414D7E4B4B}"/>
              </a:ext>
            </a:extLst>
          </p:cNvPr>
          <p:cNvCxnSpPr>
            <a:cxnSpLocks/>
            <a:stCxn id="7" idx="3"/>
          </p:cNvCxnSpPr>
          <p:nvPr userDrawn="1"/>
        </p:nvCxnSpPr>
        <p:spPr>
          <a:xfrm>
            <a:off x="11347795" y="776204"/>
            <a:ext cx="819525" cy="0"/>
          </a:xfrm>
          <a:prstGeom prst="line">
            <a:avLst/>
          </a:prstGeom>
          <a:ln w="28575">
            <a:solidFill>
              <a:srgbClr val="09767D"/>
            </a:solidFill>
          </a:ln>
        </p:spPr>
        <p:style>
          <a:lnRef idx="1">
            <a:schemeClr val="accent1"/>
          </a:lnRef>
          <a:fillRef idx="0">
            <a:schemeClr val="accent1"/>
          </a:fillRef>
          <a:effectRef idx="0">
            <a:schemeClr val="accent1"/>
          </a:effectRef>
          <a:fontRef idx="minor">
            <a:schemeClr val="tx1"/>
          </a:fontRef>
        </p:style>
      </p:cxnSp>
      <p:sp>
        <p:nvSpPr>
          <p:cNvPr id="19" name="Text Placeholder 18">
            <a:extLst>
              <a:ext uri="{FF2B5EF4-FFF2-40B4-BE49-F238E27FC236}">
                <a16:creationId xmlns:a16="http://schemas.microsoft.com/office/drawing/2014/main" id="{29A47A0D-050B-39CC-C24F-ED8C0DD1AFF5}"/>
              </a:ext>
            </a:extLst>
          </p:cNvPr>
          <p:cNvSpPr>
            <a:spLocks noGrp="1"/>
          </p:cNvSpPr>
          <p:nvPr>
            <p:ph type="body" sz="quarter" idx="13" hasCustomPrompt="1"/>
          </p:nvPr>
        </p:nvSpPr>
        <p:spPr>
          <a:xfrm>
            <a:off x="657225" y="104775"/>
            <a:ext cx="6591300" cy="666750"/>
          </a:xfrm>
          <a:prstGeom prst="rect">
            <a:avLst/>
          </a:prstGeom>
        </p:spPr>
        <p:txBody>
          <a:bodyPr anchor="ctr"/>
          <a:lstStyle>
            <a:lvl1pPr marL="0" indent="0">
              <a:buFontTx/>
              <a:buNone/>
              <a:defRPr sz="3200" b="0">
                <a:latin typeface="Arial" panose="020B0604020202020204" pitchFamily="34" charset="0"/>
                <a:ea typeface="Calibri" panose="020F0502020204030204" pitchFamily="34" charset="0"/>
                <a:cs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Title Here</a:t>
            </a:r>
          </a:p>
        </p:txBody>
      </p:sp>
      <p:sp>
        <p:nvSpPr>
          <p:cNvPr id="4" name="Text Placeholder 3">
            <a:extLst>
              <a:ext uri="{FF2B5EF4-FFF2-40B4-BE49-F238E27FC236}">
                <a16:creationId xmlns:a16="http://schemas.microsoft.com/office/drawing/2014/main" id="{9F787D87-4231-252E-7D8D-9C004F05CC43}"/>
              </a:ext>
            </a:extLst>
          </p:cNvPr>
          <p:cNvSpPr>
            <a:spLocks noGrp="1"/>
          </p:cNvSpPr>
          <p:nvPr>
            <p:ph type="body" sz="quarter" idx="14"/>
          </p:nvPr>
        </p:nvSpPr>
        <p:spPr>
          <a:xfrm>
            <a:off x="581025" y="1152525"/>
            <a:ext cx="10766425" cy="4991100"/>
          </a:xfrm>
          <a:prstGeom prst="rect">
            <a:avLst/>
          </a:prstGeom>
        </p:spPr>
        <p:txBody>
          <a:bodyPr/>
          <a:lstStyle>
            <a:lvl2pPr marL="685800" indent="-228600">
              <a:buSzPct val="125000"/>
              <a:buFont typeface="Arial" panose="020B0604020202020204" pitchFamily="34" charset="0"/>
              <a:buChar char="-"/>
              <a:defRPr/>
            </a:lvl2pPr>
            <a:lvl3pPr marL="1143000" indent="-228600">
              <a:buSzPct val="50000"/>
              <a:buFont typeface="Courier New" panose="02070309020205020404" pitchFamily="49" charset="0"/>
              <a:buChar char="o"/>
              <a:defRPr/>
            </a:lvl3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37087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C8F1E-9DD1-DBF2-695F-D5E40BECE7F7}"/>
              </a:ext>
            </a:extLst>
          </p:cNvPr>
          <p:cNvSpPr>
            <a:spLocks noGrp="1"/>
          </p:cNvSpPr>
          <p:nvPr>
            <p:ph type="title"/>
          </p:nvPr>
        </p:nvSpPr>
        <p:spPr>
          <a:xfrm>
            <a:off x="838200" y="365125"/>
            <a:ext cx="10515600" cy="1325563"/>
          </a:xfrm>
          <a:prstGeom prst="rect">
            <a:avLst/>
          </a:prstGeom>
        </p:spPr>
        <p:txBody>
          <a:bodyPr/>
          <a:lstStyle>
            <a:lvl1pPr>
              <a:defRPr baseline="0">
                <a:latin typeface="Montserrat SemiBold" panose="00000700000000000000" pitchFamily="50" charset="0"/>
              </a:defRPr>
            </a:lvl1pPr>
          </a:lstStyle>
          <a:p>
            <a:r>
              <a:rPr lang="en-US"/>
              <a:t>Click to edit Master title style</a:t>
            </a:r>
          </a:p>
        </p:txBody>
      </p:sp>
    </p:spTree>
    <p:extLst>
      <p:ext uri="{BB962C8B-B14F-4D97-AF65-F5344CB8AC3E}">
        <p14:creationId xmlns:p14="http://schemas.microsoft.com/office/powerpoint/2010/main" val="3747891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3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017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9_Contents slide layou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0DDF1AF-40F1-601D-D31B-1604E236CAE4}"/>
              </a:ext>
            </a:extLst>
          </p:cNvPr>
          <p:cNvCxnSpPr/>
          <p:nvPr userDrawn="1"/>
        </p:nvCxnSpPr>
        <p:spPr>
          <a:xfrm>
            <a:off x="0" y="6186197"/>
            <a:ext cx="12192000" cy="0"/>
          </a:xfrm>
          <a:prstGeom prst="line">
            <a:avLst/>
          </a:prstGeom>
          <a:ln w="28575">
            <a:solidFill>
              <a:srgbClr val="09767D"/>
            </a:solidFill>
          </a:ln>
        </p:spPr>
        <p:style>
          <a:lnRef idx="1">
            <a:schemeClr val="accent1"/>
          </a:lnRef>
          <a:fillRef idx="0">
            <a:schemeClr val="accent1"/>
          </a:fillRef>
          <a:effectRef idx="0">
            <a:schemeClr val="accent1"/>
          </a:effectRef>
          <a:fontRef idx="minor">
            <a:schemeClr val="tx1"/>
          </a:fontRef>
        </p:style>
      </p:cxnSp>
      <p:sp>
        <p:nvSpPr>
          <p:cNvPr id="5" name="Slide Number Placeholder 5">
            <a:extLst>
              <a:ext uri="{FF2B5EF4-FFF2-40B4-BE49-F238E27FC236}">
                <a16:creationId xmlns:a16="http://schemas.microsoft.com/office/drawing/2014/main" id="{6EBE145B-E406-DDA3-386B-7437EE14C718}"/>
              </a:ext>
            </a:extLst>
          </p:cNvPr>
          <p:cNvSpPr>
            <a:spLocks noGrp="1"/>
          </p:cNvSpPr>
          <p:nvPr>
            <p:ph type="sldNum" sz="quarter" idx="4"/>
          </p:nvPr>
        </p:nvSpPr>
        <p:spPr>
          <a:xfrm>
            <a:off x="11649273" y="6356349"/>
            <a:ext cx="542727" cy="365125"/>
          </a:xfrm>
          <a:prstGeom prst="rect">
            <a:avLst/>
          </a:prstGeom>
        </p:spPr>
        <p:txBody>
          <a:bodyPr/>
          <a:lstStyle>
            <a:lvl1pPr algn="ctr">
              <a:defRPr>
                <a:solidFill>
                  <a:schemeClr val="accent2"/>
                </a:solidFill>
                <a:latin typeface="Montserrat SemiBold" panose="00000700000000000000" pitchFamily="50" charset="0"/>
              </a:defRPr>
            </a:lvl1pPr>
          </a:lstStyle>
          <a:p>
            <a:fld id="{1E28C9BD-9CF8-4E5C-B63D-3EC09948A2F1}" type="slidenum">
              <a:rPr lang="en-US" smtClean="0"/>
              <a:pPr/>
              <a:t>‹#›</a:t>
            </a:fld>
            <a:endParaRPr lang="en-US"/>
          </a:p>
        </p:txBody>
      </p:sp>
      <p:sp>
        <p:nvSpPr>
          <p:cNvPr id="6" name="Content Placeholder 6">
            <a:extLst>
              <a:ext uri="{FF2B5EF4-FFF2-40B4-BE49-F238E27FC236}">
                <a16:creationId xmlns:a16="http://schemas.microsoft.com/office/drawing/2014/main" id="{DA8B6949-71AD-3AD0-2A56-04BA3E534E98}"/>
              </a:ext>
            </a:extLst>
          </p:cNvPr>
          <p:cNvSpPr txBox="1">
            <a:spLocks/>
          </p:cNvSpPr>
          <p:nvPr userDrawn="1"/>
        </p:nvSpPr>
        <p:spPr>
          <a:xfrm>
            <a:off x="85725" y="6356350"/>
            <a:ext cx="3848100" cy="365125"/>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accent2"/>
                </a:solidFill>
                <a:latin typeface="Montserrat SemiBold" panose="000007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a:t>Aeronix, Inc. an ATG Company</a:t>
            </a:r>
          </a:p>
        </p:txBody>
      </p:sp>
      <p:cxnSp>
        <p:nvCxnSpPr>
          <p:cNvPr id="2" name="Straight Connector 1">
            <a:extLst>
              <a:ext uri="{FF2B5EF4-FFF2-40B4-BE49-F238E27FC236}">
                <a16:creationId xmlns:a16="http://schemas.microsoft.com/office/drawing/2014/main" id="{6A5F60D0-AD73-6F35-1323-D8A1F0CE6A2C}"/>
              </a:ext>
            </a:extLst>
          </p:cNvPr>
          <p:cNvCxnSpPr>
            <a:cxnSpLocks/>
          </p:cNvCxnSpPr>
          <p:nvPr userDrawn="1"/>
        </p:nvCxnSpPr>
        <p:spPr>
          <a:xfrm>
            <a:off x="0" y="776204"/>
            <a:ext cx="12167320" cy="0"/>
          </a:xfrm>
          <a:prstGeom prst="line">
            <a:avLst/>
          </a:prstGeom>
          <a:ln w="28575">
            <a:solidFill>
              <a:srgbClr val="09767D"/>
            </a:solidFill>
          </a:ln>
        </p:spPr>
        <p:style>
          <a:lnRef idx="1">
            <a:schemeClr val="accent1"/>
          </a:lnRef>
          <a:fillRef idx="0">
            <a:schemeClr val="accent1"/>
          </a:fillRef>
          <a:effectRef idx="0">
            <a:schemeClr val="accent1"/>
          </a:effectRef>
          <a:fontRef idx="minor">
            <a:schemeClr val="tx1"/>
          </a:fontRef>
        </p:style>
      </p:cxnSp>
      <p:sp>
        <p:nvSpPr>
          <p:cNvPr id="7" name="Text Placeholder 18">
            <a:extLst>
              <a:ext uri="{FF2B5EF4-FFF2-40B4-BE49-F238E27FC236}">
                <a16:creationId xmlns:a16="http://schemas.microsoft.com/office/drawing/2014/main" id="{3826DA9E-F171-8F53-2773-27BA4C2256F3}"/>
              </a:ext>
            </a:extLst>
          </p:cNvPr>
          <p:cNvSpPr>
            <a:spLocks noGrp="1"/>
          </p:cNvSpPr>
          <p:nvPr>
            <p:ph type="body" sz="quarter" idx="13" hasCustomPrompt="1"/>
          </p:nvPr>
        </p:nvSpPr>
        <p:spPr>
          <a:xfrm>
            <a:off x="657225" y="104775"/>
            <a:ext cx="9795812" cy="408576"/>
          </a:xfrm>
          <a:prstGeom prst="rect">
            <a:avLst/>
          </a:prstGeom>
          <a:noFill/>
        </p:spPr>
        <p:txBody>
          <a:bodyPr anchor="ctr"/>
          <a:lstStyle>
            <a:lvl1pPr marL="0" indent="0" algn="ctr">
              <a:buFontTx/>
              <a:buNone/>
              <a:defRPr sz="4000" b="1">
                <a:solidFill>
                  <a:schemeClr val="accent6"/>
                </a:solidFill>
                <a:latin typeface="Montserrat ExtraBold" pitchFamily="2" charset="0"/>
                <a:ea typeface="Calibri" panose="020F0502020204030204" pitchFamily="34" charset="0"/>
                <a:cs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Title Here</a:t>
            </a:r>
          </a:p>
        </p:txBody>
      </p:sp>
      <p:pic>
        <p:nvPicPr>
          <p:cNvPr id="8" name="Picture 7" descr="A picture containing text, businesscard&#10;&#10;Description automatically generated">
            <a:extLst>
              <a:ext uri="{FF2B5EF4-FFF2-40B4-BE49-F238E27FC236}">
                <a16:creationId xmlns:a16="http://schemas.microsoft.com/office/drawing/2014/main" id="{6E18B724-AE19-7771-55EC-AC55D8A2AE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4178" y="513353"/>
            <a:ext cx="752475" cy="516343"/>
          </a:xfrm>
          <a:prstGeom prst="rect">
            <a:avLst/>
          </a:prstGeom>
        </p:spPr>
      </p:pic>
      <p:sp>
        <p:nvSpPr>
          <p:cNvPr id="9" name="Footer Placeholder 2">
            <a:extLst>
              <a:ext uri="{FF2B5EF4-FFF2-40B4-BE49-F238E27FC236}">
                <a16:creationId xmlns:a16="http://schemas.microsoft.com/office/drawing/2014/main" id="{8FBEC598-9BBC-15F8-661A-898A34B796DF}"/>
              </a:ext>
            </a:extLst>
          </p:cNvPr>
          <p:cNvSpPr txBox="1">
            <a:spLocks/>
          </p:cNvSpPr>
          <p:nvPr userDrawn="1"/>
        </p:nvSpPr>
        <p:spPr>
          <a:xfrm>
            <a:off x="2831321" y="6433521"/>
            <a:ext cx="6529359" cy="365125"/>
          </a:xfrm>
          <a:prstGeom prst="rect">
            <a:avLst/>
          </a:prstGeom>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tint val="82000"/>
                  </a:prstClr>
                </a:solidFill>
                <a:effectLst/>
                <a:uLnTx/>
                <a:uFillTx/>
                <a:latin typeface="Aptos Narrow" panose="020B0004020202020204" pitchFamily="34" charset="0"/>
                <a:ea typeface="+mn-ea"/>
                <a:cs typeface="+mn-cs"/>
              </a:rPr>
              <a:t>CONFIDENTIAL AND PROPRIETARY</a:t>
            </a:r>
          </a:p>
          <a:p>
            <a:pPr marL="0" marR="0" lvl="0" indent="0" algn="ctr" defTabSz="609539"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tint val="82000"/>
                  </a:prstClr>
                </a:solidFill>
                <a:effectLst/>
                <a:uLnTx/>
                <a:uFillTx/>
                <a:latin typeface="Aptos Narrow" panose="020B0004020202020204" pitchFamily="34" charset="0"/>
                <a:ea typeface="+mn-ea"/>
                <a:cs typeface="+mn-cs"/>
              </a:rPr>
              <a:t>This document is proprietary to Aeronix Technologies and its Affiliates and should be maintained as confidential</a:t>
            </a:r>
          </a:p>
        </p:txBody>
      </p:sp>
    </p:spTree>
    <p:extLst>
      <p:ext uri="{BB962C8B-B14F-4D97-AF65-F5344CB8AC3E}">
        <p14:creationId xmlns:p14="http://schemas.microsoft.com/office/powerpoint/2010/main" val="3273687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descr="A blue and green logo">
            <a:extLst>
              <a:ext uri="{FF2B5EF4-FFF2-40B4-BE49-F238E27FC236}">
                <a16:creationId xmlns:a16="http://schemas.microsoft.com/office/drawing/2014/main" id="{9E204FAC-C70F-9B96-7787-DFCDF8790AAB}"/>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1249250" y="6364759"/>
            <a:ext cx="662813" cy="454817"/>
          </a:xfrm>
          <a:prstGeom prst="rect">
            <a:avLst/>
          </a:prstGeom>
        </p:spPr>
      </p:pic>
      <p:cxnSp>
        <p:nvCxnSpPr>
          <p:cNvPr id="3" name="Straight Connector 2">
            <a:extLst>
              <a:ext uri="{FF2B5EF4-FFF2-40B4-BE49-F238E27FC236}">
                <a16:creationId xmlns:a16="http://schemas.microsoft.com/office/drawing/2014/main" id="{BF094C0A-1FC2-BF12-68FB-54F1D62C89EC}"/>
              </a:ext>
            </a:extLst>
          </p:cNvPr>
          <p:cNvCxnSpPr/>
          <p:nvPr userDrawn="1"/>
        </p:nvCxnSpPr>
        <p:spPr>
          <a:xfrm>
            <a:off x="0" y="6284444"/>
            <a:ext cx="12192000" cy="0"/>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Content Placeholder 6">
            <a:extLst>
              <a:ext uri="{FF2B5EF4-FFF2-40B4-BE49-F238E27FC236}">
                <a16:creationId xmlns:a16="http://schemas.microsoft.com/office/drawing/2014/main" id="{89C3C176-D89F-1508-EF7E-D5D379C4DF2F}"/>
              </a:ext>
            </a:extLst>
          </p:cNvPr>
          <p:cNvSpPr txBox="1">
            <a:spLocks/>
          </p:cNvSpPr>
          <p:nvPr userDrawn="1"/>
        </p:nvSpPr>
        <p:spPr>
          <a:xfrm>
            <a:off x="95350" y="6492875"/>
            <a:ext cx="3848100" cy="365125"/>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accent2"/>
                </a:solidFill>
                <a:latin typeface="Montserrat SemiBold" panose="000007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accent2"/>
                </a:solidFill>
              </a:rPr>
              <a:t>Aeronix, Inc. an ATG Company</a:t>
            </a:r>
          </a:p>
        </p:txBody>
      </p:sp>
    </p:spTree>
    <p:extLst>
      <p:ext uri="{BB962C8B-B14F-4D97-AF65-F5344CB8AC3E}">
        <p14:creationId xmlns:p14="http://schemas.microsoft.com/office/powerpoint/2010/main" val="333205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microsoft.com/office/2018/10/relationships/comments" Target="../comments/modernComment_F07_1E58399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EF5_1EEE962E.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EF8_77860FF2.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microsoft.com/office/2018/10/relationships/comments" Target="../comments/modernComment_EF7_5D3A0FDA.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guidingtech.com/upload-private-and-unlisted-videos-on-youtube/" TargetMode="External"/><Relationship Id="rId7" Type="http://schemas.openxmlformats.org/officeDocument/2006/relationships/image" Target="../media/image19.png"/><Relationship Id="rId2" Type="http://schemas.microsoft.com/office/2018/10/relationships/comments" Target="../comments/modernComment_EF9_4BE6689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hyperlink" Target="https://vault.aeronix.com/vault/index.php/s/aPZTsckPZcdrMXo" TargetMode="External"/><Relationship Id="rId4" Type="http://schemas.openxmlformats.org/officeDocument/2006/relationships/hyperlink" Target="https://docs.google.com/forms/d/e/1FAIpQLSdqcoidbd9PjGTdoQ56EIdqbEswi48Fn0zVZ28VHHUMrzcoZw/viewform?usp=header" TargetMode="External"/></Relationships>
</file>

<file path=ppt/slides/_rels/slide21.xml.rels><?xml version="1.0" encoding="UTF-8" standalone="yes"?>
<Relationships xmlns="http://schemas.openxmlformats.org/package/2006/relationships"><Relationship Id="rId2" Type="http://schemas.microsoft.com/office/2018/10/relationships/comments" Target="../comments/modernComment_EFA_9BC2136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diagramData" Target="../diagrams/data3.xml"/><Relationship Id="rId7" Type="http://schemas.microsoft.com/office/2007/relationships/diagramDrawing" Target="../diagrams/drawing3.xml"/><Relationship Id="rId2" Type="http://schemas.microsoft.com/office/2018/10/relationships/comments" Target="../comments/modernComment_F00_A2700D34.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8" Type="http://schemas.microsoft.com/office/2007/relationships/diagramDrawing" Target="../diagrams/drawing4.xml"/><Relationship Id="rId3" Type="http://schemas.microsoft.com/office/2018/10/relationships/comments" Target="../comments/modernComment_F0A_6A766.xml"/><Relationship Id="rId7" Type="http://schemas.openxmlformats.org/officeDocument/2006/relationships/diagramColors" Target="../diagrams/colors4.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 Id="rId9"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E01761-FCCE-8FBE-F1CA-580398D25088}"/>
              </a:ext>
            </a:extLst>
          </p:cNvPr>
          <p:cNvSpPr txBox="1"/>
          <p:nvPr/>
        </p:nvSpPr>
        <p:spPr>
          <a:xfrm>
            <a:off x="2443067" y="2487571"/>
            <a:ext cx="7305866" cy="2185214"/>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5400" b="1">
                <a:solidFill>
                  <a:srgbClr val="2D2A6C"/>
                </a:solidFill>
                <a:latin typeface="+mj-lt"/>
              </a:rPr>
              <a:t>Aeronix Hackathon – AI Test Procedure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2D2A6C"/>
              </a:solidFill>
              <a:effectLst/>
              <a:uLnTx/>
              <a:uFillTx/>
              <a:latin typeface="+mj-lt"/>
              <a:ea typeface="+mn-ea"/>
              <a:cs typeface="+mn-cs"/>
            </a:endParaRPr>
          </a:p>
          <a:p>
            <a:pPr>
              <a:defRPr/>
            </a:pPr>
            <a:endParaRPr lang="en-US" sz="1600" b="1">
              <a:solidFill>
                <a:srgbClr val="2D2A6C"/>
              </a:solidFill>
              <a:latin typeface="+mj-lt"/>
            </a:endParaRPr>
          </a:p>
        </p:txBody>
      </p:sp>
      <p:pic>
        <p:nvPicPr>
          <p:cNvPr id="5" name="Picture 4" descr="Icon&#10;&#10;AI-generated content may be incorrect.">
            <a:extLst>
              <a:ext uri="{FF2B5EF4-FFF2-40B4-BE49-F238E27FC236}">
                <a16:creationId xmlns:a16="http://schemas.microsoft.com/office/drawing/2014/main" id="{14BB1420-70DF-4D34-4257-75BC6548EF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169" y="146897"/>
            <a:ext cx="6762750" cy="11334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47055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291341-6C24-B418-EDA1-9958E8359462}"/>
              </a:ext>
            </a:extLst>
          </p:cNvPr>
          <p:cNvSpPr>
            <a:spLocks noGrp="1"/>
          </p:cNvSpPr>
          <p:nvPr>
            <p:ph type="body" sz="quarter" idx="13"/>
          </p:nvPr>
        </p:nvSpPr>
        <p:spPr/>
        <p:txBody>
          <a:bodyPr/>
          <a:lstStyle/>
          <a:p>
            <a:r>
              <a:rPr lang="en-US"/>
              <a:t>Aeronix Team </a:t>
            </a:r>
          </a:p>
        </p:txBody>
      </p:sp>
      <p:pic>
        <p:nvPicPr>
          <p:cNvPr id="1028" name="Picture 4">
            <a:extLst>
              <a:ext uri="{FF2B5EF4-FFF2-40B4-BE49-F238E27FC236}">
                <a16:creationId xmlns:a16="http://schemas.microsoft.com/office/drawing/2014/main" id="{E8B3B985-4E8D-533B-1DBC-8EF2DD036E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433" y="885494"/>
            <a:ext cx="2118360" cy="211836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B4259CCE-9CD4-7F78-B796-FC54D4C6E2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433" y="3620224"/>
            <a:ext cx="2118360" cy="211836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82EA43E4-5312-31D6-DD83-ED21A2F31B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98262" y="885494"/>
            <a:ext cx="2118360" cy="21183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338DA44-72E3-73E3-C9A2-74E3F5D7D54B}"/>
              </a:ext>
            </a:extLst>
          </p:cNvPr>
          <p:cNvSpPr txBox="1"/>
          <p:nvPr/>
        </p:nvSpPr>
        <p:spPr>
          <a:xfrm>
            <a:off x="7933950" y="3003853"/>
            <a:ext cx="2118359" cy="492443"/>
          </a:xfrm>
          <a:prstGeom prst="rect">
            <a:avLst/>
          </a:prstGeom>
          <a:noFill/>
        </p:spPr>
        <p:txBody>
          <a:bodyPr wrap="square" rtlCol="0">
            <a:spAutoFit/>
          </a:bodyPr>
          <a:lstStyle/>
          <a:p>
            <a:pPr algn="ctr"/>
            <a:r>
              <a:rPr lang="en-US" sz="1400" b="1"/>
              <a:t>Tony Lleonart</a:t>
            </a:r>
          </a:p>
          <a:p>
            <a:pPr algn="ctr"/>
            <a:r>
              <a:rPr lang="en-US" sz="1200"/>
              <a:t>Hardware Engineer</a:t>
            </a:r>
          </a:p>
        </p:txBody>
      </p:sp>
      <p:sp>
        <p:nvSpPr>
          <p:cNvPr id="6" name="TextBox 5">
            <a:extLst>
              <a:ext uri="{FF2B5EF4-FFF2-40B4-BE49-F238E27FC236}">
                <a16:creationId xmlns:a16="http://schemas.microsoft.com/office/drawing/2014/main" id="{DCB1CAED-1591-4697-3329-E7A719358668}"/>
              </a:ext>
            </a:extLst>
          </p:cNvPr>
          <p:cNvSpPr txBox="1"/>
          <p:nvPr/>
        </p:nvSpPr>
        <p:spPr>
          <a:xfrm>
            <a:off x="789434" y="2973485"/>
            <a:ext cx="2118359" cy="677108"/>
          </a:xfrm>
          <a:prstGeom prst="rect">
            <a:avLst/>
          </a:prstGeom>
          <a:noFill/>
        </p:spPr>
        <p:txBody>
          <a:bodyPr wrap="square" rtlCol="0">
            <a:spAutoFit/>
          </a:bodyPr>
          <a:lstStyle/>
          <a:p>
            <a:pPr algn="ctr"/>
            <a:r>
              <a:rPr lang="en-US" sz="1400" b="1"/>
              <a:t>Tyler Jandreau </a:t>
            </a:r>
          </a:p>
          <a:p>
            <a:pPr algn="ctr"/>
            <a:r>
              <a:rPr lang="en-US" sz="1200"/>
              <a:t>Director of Technology and Innovation  </a:t>
            </a:r>
          </a:p>
        </p:txBody>
      </p:sp>
      <p:sp>
        <p:nvSpPr>
          <p:cNvPr id="10" name="TextBox 9">
            <a:extLst>
              <a:ext uri="{FF2B5EF4-FFF2-40B4-BE49-F238E27FC236}">
                <a16:creationId xmlns:a16="http://schemas.microsoft.com/office/drawing/2014/main" id="{89946098-F69F-8FD7-85BE-919BDD1AA87C}"/>
              </a:ext>
            </a:extLst>
          </p:cNvPr>
          <p:cNvSpPr txBox="1"/>
          <p:nvPr/>
        </p:nvSpPr>
        <p:spPr>
          <a:xfrm>
            <a:off x="4361692" y="3003854"/>
            <a:ext cx="2118359" cy="492443"/>
          </a:xfrm>
          <a:prstGeom prst="rect">
            <a:avLst/>
          </a:prstGeom>
          <a:noFill/>
        </p:spPr>
        <p:txBody>
          <a:bodyPr wrap="square" rtlCol="0">
            <a:spAutoFit/>
          </a:bodyPr>
          <a:lstStyle/>
          <a:p>
            <a:pPr algn="ctr"/>
            <a:r>
              <a:rPr lang="en-US" sz="1400" b="1"/>
              <a:t>Drew Kaisner</a:t>
            </a:r>
          </a:p>
          <a:p>
            <a:pPr algn="ctr"/>
            <a:r>
              <a:rPr lang="en-US" sz="1200"/>
              <a:t>Software Engineer </a:t>
            </a:r>
          </a:p>
        </p:txBody>
      </p:sp>
      <p:sp>
        <p:nvSpPr>
          <p:cNvPr id="11" name="TextBox 10">
            <a:extLst>
              <a:ext uri="{FF2B5EF4-FFF2-40B4-BE49-F238E27FC236}">
                <a16:creationId xmlns:a16="http://schemas.microsoft.com/office/drawing/2014/main" id="{995ACE2F-21AD-E803-E299-473D6A953164}"/>
              </a:ext>
            </a:extLst>
          </p:cNvPr>
          <p:cNvSpPr txBox="1"/>
          <p:nvPr/>
        </p:nvSpPr>
        <p:spPr>
          <a:xfrm>
            <a:off x="789434" y="5738585"/>
            <a:ext cx="2118359" cy="492443"/>
          </a:xfrm>
          <a:prstGeom prst="rect">
            <a:avLst/>
          </a:prstGeom>
          <a:noFill/>
        </p:spPr>
        <p:txBody>
          <a:bodyPr wrap="square" rtlCol="0">
            <a:spAutoFit/>
          </a:bodyPr>
          <a:lstStyle/>
          <a:p>
            <a:pPr algn="ctr"/>
            <a:r>
              <a:rPr lang="en-US" sz="1400" b="1"/>
              <a:t>Emmalee Brown</a:t>
            </a:r>
          </a:p>
          <a:p>
            <a:pPr algn="ctr"/>
            <a:r>
              <a:rPr lang="en-US" sz="1200"/>
              <a:t>Hardware Engineer</a:t>
            </a:r>
          </a:p>
        </p:txBody>
      </p:sp>
      <p:sp>
        <p:nvSpPr>
          <p:cNvPr id="12" name="TextBox 11">
            <a:extLst>
              <a:ext uri="{FF2B5EF4-FFF2-40B4-BE49-F238E27FC236}">
                <a16:creationId xmlns:a16="http://schemas.microsoft.com/office/drawing/2014/main" id="{960132FA-F57F-28AF-C1F2-8D654982D012}"/>
              </a:ext>
            </a:extLst>
          </p:cNvPr>
          <p:cNvSpPr txBox="1"/>
          <p:nvPr/>
        </p:nvSpPr>
        <p:spPr>
          <a:xfrm>
            <a:off x="4415792" y="5779670"/>
            <a:ext cx="2118359" cy="492443"/>
          </a:xfrm>
          <a:prstGeom prst="rect">
            <a:avLst/>
          </a:prstGeom>
          <a:noFill/>
        </p:spPr>
        <p:txBody>
          <a:bodyPr wrap="square" rtlCol="0">
            <a:spAutoFit/>
          </a:bodyPr>
          <a:lstStyle/>
          <a:p>
            <a:pPr algn="ctr"/>
            <a:r>
              <a:rPr lang="en-US" sz="1400" b="1"/>
              <a:t>Michael Schoonmaker</a:t>
            </a:r>
          </a:p>
          <a:p>
            <a:pPr algn="ctr"/>
            <a:r>
              <a:rPr lang="en-US" sz="1200"/>
              <a:t>Software Engineering Intern</a:t>
            </a:r>
          </a:p>
        </p:txBody>
      </p:sp>
      <p:pic>
        <p:nvPicPr>
          <p:cNvPr id="3" name="Picture 2">
            <a:extLst>
              <a:ext uri="{FF2B5EF4-FFF2-40B4-BE49-F238E27FC236}">
                <a16:creationId xmlns:a16="http://schemas.microsoft.com/office/drawing/2014/main" id="{56460D0C-D3A7-BF3B-C84A-2427B6DEFE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3950" y="890108"/>
            <a:ext cx="2118360" cy="211836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8D3F137-4DA2-D28A-FEDC-D6B669EEECE6}"/>
              </a:ext>
            </a:extLst>
          </p:cNvPr>
          <p:cNvPicPr>
            <a:picLocks noChangeAspect="1"/>
          </p:cNvPicPr>
          <p:nvPr/>
        </p:nvPicPr>
        <p:blipFill>
          <a:blip r:embed="rId7"/>
          <a:stretch>
            <a:fillRect/>
          </a:stretch>
        </p:blipFill>
        <p:spPr>
          <a:xfrm>
            <a:off x="4414587" y="3584908"/>
            <a:ext cx="2119564" cy="2194762"/>
          </a:xfrm>
          <a:prstGeom prst="rect">
            <a:avLst/>
          </a:prstGeom>
        </p:spPr>
      </p:pic>
    </p:spTree>
    <p:extLst>
      <p:ext uri="{BB962C8B-B14F-4D97-AF65-F5344CB8AC3E}">
        <p14:creationId xmlns:p14="http://schemas.microsoft.com/office/powerpoint/2010/main" val="791397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7A273-FEA5-F18D-8DD6-F2932A29F668}"/>
              </a:ext>
            </a:extLst>
          </p:cNvPr>
          <p:cNvSpPr>
            <a:spLocks noGrp="1"/>
          </p:cNvSpPr>
          <p:nvPr>
            <p:ph type="title"/>
          </p:nvPr>
        </p:nvSpPr>
        <p:spPr/>
        <p:txBody>
          <a:bodyPr/>
          <a:lstStyle/>
          <a:p>
            <a:r>
              <a:rPr lang="en-US"/>
              <a:t>Agenda </a:t>
            </a:r>
          </a:p>
        </p:txBody>
      </p:sp>
      <p:sp>
        <p:nvSpPr>
          <p:cNvPr id="3" name="TextBox 2">
            <a:extLst>
              <a:ext uri="{FF2B5EF4-FFF2-40B4-BE49-F238E27FC236}">
                <a16:creationId xmlns:a16="http://schemas.microsoft.com/office/drawing/2014/main" id="{0E8E0CF5-B0A2-2A2D-88E6-DBE575EF45AF}"/>
              </a:ext>
            </a:extLst>
          </p:cNvPr>
          <p:cNvSpPr txBox="1"/>
          <p:nvPr/>
        </p:nvSpPr>
        <p:spPr>
          <a:xfrm>
            <a:off x="914400" y="1115568"/>
            <a:ext cx="6025896" cy="5632311"/>
          </a:xfrm>
          <a:prstGeom prst="rect">
            <a:avLst/>
          </a:prstGeom>
          <a:noFill/>
        </p:spPr>
        <p:txBody>
          <a:bodyPr wrap="square" rtlCol="0">
            <a:spAutoFit/>
          </a:bodyPr>
          <a:lstStyle/>
          <a:p>
            <a:pPr marL="342900" indent="-342900">
              <a:buAutoNum type="arabicPeriod"/>
            </a:pPr>
            <a:r>
              <a:rPr lang="en-US" sz="2400"/>
              <a:t>Description of the problem and desired solution</a:t>
            </a:r>
          </a:p>
          <a:p>
            <a:pPr marL="342900" indent="-342900">
              <a:buAutoNum type="arabicPeriod"/>
            </a:pPr>
            <a:r>
              <a:rPr lang="en-US" sz="2400"/>
              <a:t>3 recommended approaches to the solution</a:t>
            </a:r>
          </a:p>
          <a:p>
            <a:pPr marL="342900" indent="-342900">
              <a:buAutoNum type="arabicPeriod"/>
            </a:pPr>
            <a:r>
              <a:rPr lang="en-US" sz="2400"/>
              <a:t>Description of Aeronix given inputs</a:t>
            </a:r>
          </a:p>
          <a:p>
            <a:pPr marL="800100" lvl="1" indent="-342900">
              <a:buFont typeface="Arial" panose="020B0604020202020204" pitchFamily="34" charset="0"/>
              <a:buChar char="•"/>
            </a:pPr>
            <a:r>
              <a:rPr lang="en-US" sz="2400"/>
              <a:t>LoRa Radio</a:t>
            </a:r>
          </a:p>
          <a:p>
            <a:pPr marL="800100" lvl="1" indent="-342900">
              <a:buFont typeface="Arial" panose="020B0604020202020204" pitchFamily="34" charset="0"/>
              <a:buChar char="•"/>
            </a:pPr>
            <a:r>
              <a:rPr lang="en-US" sz="2400"/>
              <a:t>Arduino Uno </a:t>
            </a:r>
          </a:p>
          <a:p>
            <a:pPr marL="342900" indent="-342900">
              <a:buFontTx/>
              <a:buAutoNum type="arabicPeriod"/>
            </a:pPr>
            <a:r>
              <a:rPr lang="en-US" sz="2400"/>
              <a:t>Hackathon Logistics </a:t>
            </a:r>
          </a:p>
          <a:p>
            <a:pPr marL="800100" lvl="1" indent="-342900">
              <a:buFont typeface="Arial" panose="020B0604020202020204" pitchFamily="34" charset="0"/>
              <a:buChar char="•"/>
            </a:pPr>
            <a:r>
              <a:rPr lang="en-US" sz="2400"/>
              <a:t>Necessary resources and technology</a:t>
            </a:r>
          </a:p>
          <a:p>
            <a:pPr marL="800100" lvl="1" indent="-342900">
              <a:buFont typeface="Arial" panose="020B0604020202020204" pitchFamily="34" charset="0"/>
              <a:buChar char="•"/>
            </a:pPr>
            <a:r>
              <a:rPr lang="en-US" sz="2400"/>
              <a:t>Aeronix judging criteria</a:t>
            </a:r>
          </a:p>
          <a:p>
            <a:pPr marL="800100" lvl="1" indent="-342900">
              <a:buFont typeface="Arial" panose="020B0604020202020204" pitchFamily="34" charset="0"/>
              <a:buChar char="•"/>
            </a:pPr>
            <a:r>
              <a:rPr lang="en-US" sz="2400"/>
              <a:t>Submission requirements</a:t>
            </a:r>
          </a:p>
          <a:p>
            <a:pPr marL="800100" lvl="1" indent="-342900">
              <a:buFont typeface="Arial" panose="020B0604020202020204" pitchFamily="34" charset="0"/>
              <a:buChar char="•"/>
            </a:pPr>
            <a:r>
              <a:rPr lang="en-US" sz="2400"/>
              <a:t>Helpful Links</a:t>
            </a:r>
          </a:p>
          <a:p>
            <a:pPr marL="800100" lvl="1" indent="-342900">
              <a:buFont typeface="Arial" panose="020B0604020202020204" pitchFamily="34" charset="0"/>
              <a:buChar char="•"/>
            </a:pPr>
            <a:r>
              <a:rPr lang="en-US" sz="2400"/>
              <a:t>Hackathon Schedule</a:t>
            </a:r>
          </a:p>
          <a:p>
            <a:pPr marL="800100" lvl="1" indent="-342900">
              <a:buFont typeface="Arial" panose="020B0604020202020204" pitchFamily="34" charset="0"/>
              <a:buChar char="•"/>
            </a:pPr>
            <a:r>
              <a:rPr lang="en-US" sz="2400"/>
              <a:t>Prize Information</a:t>
            </a:r>
          </a:p>
          <a:p>
            <a:pPr marL="342900" indent="-342900">
              <a:buAutoNum type="arabicPeriod"/>
            </a:pPr>
            <a:endParaRPr lang="en-US" sz="2400"/>
          </a:p>
          <a:p>
            <a:pPr marL="342900" indent="-342900">
              <a:buAutoNum type="arabicPeriod"/>
            </a:pPr>
            <a:endParaRPr lang="en-US" sz="2400"/>
          </a:p>
        </p:txBody>
      </p:sp>
      <p:pic>
        <p:nvPicPr>
          <p:cNvPr id="5" name="Graphic 4" descr="Artificial Intelligence outline">
            <a:extLst>
              <a:ext uri="{FF2B5EF4-FFF2-40B4-BE49-F238E27FC236}">
                <a16:creationId xmlns:a16="http://schemas.microsoft.com/office/drawing/2014/main" id="{87E43D3D-E144-2D7F-14ED-A7889D0FC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31280" y="896112"/>
            <a:ext cx="4846320" cy="4846320"/>
          </a:xfrm>
          <a:prstGeom prst="rect">
            <a:avLst/>
          </a:prstGeom>
        </p:spPr>
      </p:pic>
    </p:spTree>
    <p:extLst>
      <p:ext uri="{BB962C8B-B14F-4D97-AF65-F5344CB8AC3E}">
        <p14:creationId xmlns:p14="http://schemas.microsoft.com/office/powerpoint/2010/main" val="4231596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95D68-1707-6909-5D81-7E0E7D0A3D27}"/>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7EAA9FBC-8F8D-ABFA-79B6-86BB1D47A6ED}"/>
              </a:ext>
            </a:extLst>
          </p:cNvPr>
          <p:cNvSpPr/>
          <p:nvPr/>
        </p:nvSpPr>
        <p:spPr>
          <a:xfrm>
            <a:off x="11411712" y="100584"/>
            <a:ext cx="640080" cy="64008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n w="0"/>
                <a:solidFill>
                  <a:schemeClr val="accent1"/>
                </a:solidFill>
                <a:effectLst>
                  <a:outerShdw blurRad="38100" dist="25400" dir="5400000" algn="ctr" rotWithShape="0">
                    <a:srgbClr val="6E747A">
                      <a:alpha val="43000"/>
                    </a:srgbClr>
                  </a:outerShdw>
                </a:effectLst>
              </a:rPr>
              <a:t>1</a:t>
            </a:r>
          </a:p>
        </p:txBody>
      </p:sp>
      <p:sp>
        <p:nvSpPr>
          <p:cNvPr id="3" name="TextBox 2">
            <a:extLst>
              <a:ext uri="{FF2B5EF4-FFF2-40B4-BE49-F238E27FC236}">
                <a16:creationId xmlns:a16="http://schemas.microsoft.com/office/drawing/2014/main" id="{24CB2519-ED15-356F-22EA-5E7B911ABD08}"/>
              </a:ext>
            </a:extLst>
          </p:cNvPr>
          <p:cNvSpPr txBox="1"/>
          <p:nvPr/>
        </p:nvSpPr>
        <p:spPr>
          <a:xfrm>
            <a:off x="2109216" y="1764792"/>
            <a:ext cx="7973568" cy="1446550"/>
          </a:xfrm>
          <a:prstGeom prst="rect">
            <a:avLst/>
          </a:prstGeom>
          <a:noFill/>
        </p:spPr>
        <p:txBody>
          <a:bodyPr wrap="square" rtlCol="0">
            <a:spAutoFit/>
          </a:bodyPr>
          <a:lstStyle/>
          <a:p>
            <a:pPr algn="ctr"/>
            <a:r>
              <a:rPr lang="en-US" sz="4400" b="1">
                <a:solidFill>
                  <a:schemeClr val="bg1"/>
                </a:solidFill>
                <a:latin typeface="+mj-lt"/>
              </a:rPr>
              <a:t>Problem and Desired Solution Description</a:t>
            </a:r>
          </a:p>
        </p:txBody>
      </p:sp>
    </p:spTree>
    <p:extLst>
      <p:ext uri="{BB962C8B-B14F-4D97-AF65-F5344CB8AC3E}">
        <p14:creationId xmlns:p14="http://schemas.microsoft.com/office/powerpoint/2010/main" val="2546813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6AD43-F9BB-D745-FCB2-316702B4202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C9E3624-8703-B45C-3795-9AD4A42E3247}"/>
              </a:ext>
            </a:extLst>
          </p:cNvPr>
          <p:cNvSpPr>
            <a:spLocks noGrp="1"/>
          </p:cNvSpPr>
          <p:nvPr>
            <p:ph type="body" sz="quarter" idx="13"/>
          </p:nvPr>
        </p:nvSpPr>
        <p:spPr/>
        <p:txBody>
          <a:bodyPr lIns="91440" tIns="45720" rIns="91440" bIns="45720" anchor="ctr"/>
          <a:lstStyle/>
          <a:p>
            <a:r>
              <a:rPr lang="en-US">
                <a:latin typeface="Arial"/>
                <a:ea typeface="Calibri"/>
                <a:cs typeface="Arial"/>
              </a:rPr>
              <a:t>Bring-up Procedure Background</a:t>
            </a:r>
          </a:p>
        </p:txBody>
      </p:sp>
      <p:sp>
        <p:nvSpPr>
          <p:cNvPr id="4" name="Text Placeholder 3">
            <a:extLst>
              <a:ext uri="{FF2B5EF4-FFF2-40B4-BE49-F238E27FC236}">
                <a16:creationId xmlns:a16="http://schemas.microsoft.com/office/drawing/2014/main" id="{D013F85F-C7AA-4D4B-7FBB-682604B0E39A}"/>
              </a:ext>
            </a:extLst>
          </p:cNvPr>
          <p:cNvSpPr>
            <a:spLocks noGrp="1"/>
          </p:cNvSpPr>
          <p:nvPr>
            <p:ph type="body" sz="quarter" idx="14"/>
          </p:nvPr>
        </p:nvSpPr>
        <p:spPr>
          <a:xfrm>
            <a:off x="475489" y="1016568"/>
            <a:ext cx="11003724" cy="4991100"/>
          </a:xfrm>
        </p:spPr>
        <p:txBody>
          <a:bodyPr lIns="91440" tIns="45720" rIns="91440" bIns="45720" anchor="t"/>
          <a:lstStyle/>
          <a:p>
            <a:pPr marL="0" indent="0">
              <a:buNone/>
            </a:pPr>
            <a:r>
              <a:rPr lang="en-US" b="1">
                <a:solidFill>
                  <a:srgbClr val="2D2A6C"/>
                </a:solidFill>
              </a:rPr>
              <a:t>Testing PCBs is time-consuming, manual, and highly specialized. </a:t>
            </a:r>
          </a:p>
          <a:p>
            <a:pPr marL="0" indent="0">
              <a:buNone/>
            </a:pPr>
            <a:r>
              <a:rPr lang="en-US" sz="2400" b="1"/>
              <a:t>Current Challenges: </a:t>
            </a:r>
          </a:p>
          <a:p>
            <a:r>
              <a:rPr lang="en-US" sz="2000">
                <a:solidFill>
                  <a:srgbClr val="000000"/>
                </a:solidFill>
                <a:ea typeface="+mn-lt"/>
                <a:cs typeface="+mn-lt"/>
              </a:rPr>
              <a:t>Manual Test Plan Creation</a:t>
            </a:r>
          </a:p>
          <a:p>
            <a:pPr lvl="1"/>
            <a:r>
              <a:rPr lang="en-US" sz="1600">
                <a:solidFill>
                  <a:srgbClr val="000000"/>
                </a:solidFill>
                <a:ea typeface="+mn-lt"/>
                <a:cs typeface="+mn-lt"/>
              </a:rPr>
              <a:t>Test engineers must handcraft procedures from design documents, netlists, and schematics.</a:t>
            </a:r>
          </a:p>
          <a:p>
            <a:pPr lvl="1"/>
            <a:r>
              <a:rPr lang="en-US" sz="1600">
                <a:solidFill>
                  <a:srgbClr val="000000"/>
                </a:solidFill>
                <a:ea typeface="+mn-lt"/>
                <a:cs typeface="+mn-lt"/>
              </a:rPr>
              <a:t>Every new board or revision requires starting over or heavy rework.</a:t>
            </a:r>
          </a:p>
          <a:p>
            <a:pPr lvl="1"/>
            <a:r>
              <a:rPr lang="en-US" sz="1600">
                <a:solidFill>
                  <a:srgbClr val="000000"/>
                </a:solidFill>
                <a:ea typeface="+mn-lt"/>
                <a:cs typeface="+mn-lt"/>
              </a:rPr>
              <a:t>Process is time-consuming depending on complexity of design. </a:t>
            </a:r>
          </a:p>
          <a:p>
            <a:r>
              <a:rPr lang="en-US" sz="2000">
                <a:solidFill>
                  <a:srgbClr val="000000"/>
                </a:solidFill>
                <a:ea typeface="+mn-lt"/>
                <a:cs typeface="+mn-lt"/>
              </a:rPr>
              <a:t>Requires Deep Domain Knowledge</a:t>
            </a:r>
          </a:p>
          <a:p>
            <a:pPr lvl="1"/>
            <a:r>
              <a:rPr lang="en-US" sz="1600">
                <a:solidFill>
                  <a:srgbClr val="000000"/>
                </a:solidFill>
                <a:ea typeface="+mn-lt"/>
                <a:cs typeface="+mn-lt"/>
              </a:rPr>
              <a:t>Testers must understand hardware design and basic firmware functionality.</a:t>
            </a:r>
          </a:p>
          <a:p>
            <a:pPr lvl="1"/>
            <a:r>
              <a:rPr lang="en-US" sz="1600">
                <a:solidFill>
                  <a:srgbClr val="000000"/>
                </a:solidFill>
                <a:ea typeface="+mn-lt"/>
                <a:cs typeface="+mn-lt"/>
              </a:rPr>
              <a:t>Customer requirement documents can be time consuming to parse through. </a:t>
            </a:r>
          </a:p>
          <a:p>
            <a:pPr lvl="1"/>
            <a:r>
              <a:rPr lang="en-US" sz="1600">
                <a:solidFill>
                  <a:srgbClr val="000000"/>
                </a:solidFill>
                <a:ea typeface="+mn-lt"/>
                <a:cs typeface="+mn-lt"/>
              </a:rPr>
              <a:t>Often involves back-and-forth with design teams.</a:t>
            </a:r>
          </a:p>
          <a:p>
            <a:r>
              <a:rPr lang="en-US" sz="2000">
                <a:solidFill>
                  <a:srgbClr val="000000"/>
                </a:solidFill>
                <a:ea typeface="+mn-lt"/>
                <a:cs typeface="+mn-lt"/>
              </a:rPr>
              <a:t>Slow Feedback Loop</a:t>
            </a:r>
          </a:p>
          <a:p>
            <a:pPr lvl="1"/>
            <a:r>
              <a:rPr lang="en-US" sz="1600">
                <a:solidFill>
                  <a:srgbClr val="000000"/>
                </a:solidFill>
                <a:ea typeface="+mn-lt"/>
                <a:cs typeface="+mn-lt"/>
              </a:rPr>
              <a:t>Delays in developing test procedures slow down product validation and time-to-market.</a:t>
            </a:r>
          </a:p>
          <a:p>
            <a:pPr lvl="1"/>
            <a:r>
              <a:rPr lang="en-US" sz="1600">
                <a:solidFill>
                  <a:srgbClr val="000000"/>
                </a:solidFill>
                <a:ea typeface="+mn-lt"/>
                <a:cs typeface="+mn-lt"/>
              </a:rPr>
              <a:t>Depending on the customer, review of all test plans are required which adds additional time to the process. </a:t>
            </a:r>
          </a:p>
        </p:txBody>
      </p:sp>
    </p:spTree>
    <p:extLst>
      <p:ext uri="{BB962C8B-B14F-4D97-AF65-F5344CB8AC3E}">
        <p14:creationId xmlns:p14="http://schemas.microsoft.com/office/powerpoint/2010/main" val="808125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7DBD30-BE42-D0D3-AE1A-51D74C417FC6}"/>
              </a:ext>
            </a:extLst>
          </p:cNvPr>
          <p:cNvSpPr>
            <a:spLocks noGrp="1"/>
          </p:cNvSpPr>
          <p:nvPr>
            <p:ph type="body" sz="quarter" idx="13"/>
          </p:nvPr>
        </p:nvSpPr>
        <p:spPr>
          <a:xfrm>
            <a:off x="657224" y="104775"/>
            <a:ext cx="9716861" cy="666750"/>
          </a:xfrm>
        </p:spPr>
        <p:txBody>
          <a:bodyPr lIns="91440" tIns="45720" rIns="91440" bIns="45720" anchor="ctr"/>
          <a:lstStyle/>
          <a:p>
            <a:r>
              <a:rPr lang="en-US">
                <a:latin typeface="Arial"/>
                <a:ea typeface="Calibri"/>
                <a:cs typeface="Arial"/>
              </a:rPr>
              <a:t>Overall Solution Goals for AI Test Plan Generator</a:t>
            </a:r>
            <a:endParaRPr lang="en-US"/>
          </a:p>
        </p:txBody>
      </p:sp>
      <p:graphicFrame>
        <p:nvGraphicFramePr>
          <p:cNvPr id="5" name="Diagram 4">
            <a:extLst>
              <a:ext uri="{FF2B5EF4-FFF2-40B4-BE49-F238E27FC236}">
                <a16:creationId xmlns:a16="http://schemas.microsoft.com/office/drawing/2014/main" id="{44BB26A0-3910-0CFA-C1DE-2993F18BBBF2}"/>
              </a:ext>
            </a:extLst>
          </p:cNvPr>
          <p:cNvGraphicFramePr/>
          <p:nvPr>
            <p:extLst>
              <p:ext uri="{D42A27DB-BD31-4B8C-83A1-F6EECF244321}">
                <p14:modId xmlns:p14="http://schemas.microsoft.com/office/powerpoint/2010/main" val="727648583"/>
              </p:ext>
            </p:extLst>
          </p:nvPr>
        </p:nvGraphicFramePr>
        <p:xfrm>
          <a:off x="-1632274" y="953193"/>
          <a:ext cx="8569903" cy="57124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7B24BEDC-9D43-4D6A-A309-0BD27088322C}"/>
              </a:ext>
            </a:extLst>
          </p:cNvPr>
          <p:cNvSpPr txBox="1"/>
          <p:nvPr/>
        </p:nvSpPr>
        <p:spPr>
          <a:xfrm>
            <a:off x="5193792" y="953193"/>
            <a:ext cx="6894576" cy="5632311"/>
          </a:xfrm>
          <a:prstGeom prst="rect">
            <a:avLst/>
          </a:prstGeom>
          <a:noFill/>
        </p:spPr>
        <p:txBody>
          <a:bodyPr wrap="square" lIns="91440" tIns="45720" rIns="91440" bIns="45720" rtlCol="0" anchor="t">
            <a:spAutoFit/>
          </a:bodyPr>
          <a:lstStyle/>
          <a:p>
            <a:r>
              <a:rPr lang="en-US" b="1"/>
              <a:t>Bring-Up Test Plan</a:t>
            </a:r>
          </a:p>
          <a:p>
            <a:pPr marL="342900" indent="-342900">
              <a:buFont typeface="+mj-lt"/>
              <a:buAutoNum type="arabicPeriod"/>
            </a:pPr>
            <a:r>
              <a:rPr lang="en-US" b="1"/>
              <a:t>Understand PCB Design Inputs</a:t>
            </a:r>
          </a:p>
          <a:p>
            <a:pPr marL="800100" lvl="1" indent="-342900">
              <a:buFont typeface="Arial" panose="020B0604020202020204" pitchFamily="34" charset="0"/>
              <a:buChar char="•"/>
            </a:pPr>
            <a:r>
              <a:rPr lang="en-US"/>
              <a:t>Parse through schematics, netlists, component data, requirement documents. </a:t>
            </a:r>
          </a:p>
          <a:p>
            <a:pPr marL="800100" lvl="1" indent="-342900">
              <a:buFont typeface="Arial" panose="020B0604020202020204" pitchFamily="34" charset="0"/>
              <a:buChar char="•"/>
            </a:pPr>
            <a:r>
              <a:rPr lang="en-US"/>
              <a:t>Identify key testable elements: power rails, ICs, communication buses, etc. </a:t>
            </a:r>
          </a:p>
          <a:p>
            <a:pPr marL="342900" indent="-342900">
              <a:buFont typeface="+mj-lt"/>
              <a:buAutoNum type="arabicPeriod"/>
            </a:pPr>
            <a:r>
              <a:rPr lang="en-US" b="1"/>
              <a:t> Generate Structure Test Plans</a:t>
            </a:r>
          </a:p>
          <a:p>
            <a:pPr marL="800100" lvl="1" indent="-342900">
              <a:buFont typeface="Arial" panose="020B0604020202020204" pitchFamily="34" charset="0"/>
              <a:buChar char="•"/>
            </a:pPr>
            <a:r>
              <a:rPr lang="en-US"/>
              <a:t>Output clear, executable test cases in human-readable format. </a:t>
            </a:r>
          </a:p>
          <a:p>
            <a:pPr marL="800100" lvl="1" indent="-342900">
              <a:buFont typeface="Arial" panose="020B0604020202020204" pitchFamily="34" charset="0"/>
              <a:buChar char="•"/>
            </a:pPr>
            <a:r>
              <a:rPr lang="en-US"/>
              <a:t>Include setup, expected behavior measurement points, pass/fail criteria. </a:t>
            </a:r>
          </a:p>
          <a:p>
            <a:pPr marL="342900" indent="-342900">
              <a:buFont typeface="+mj-lt"/>
              <a:buAutoNum type="arabicPeriod"/>
            </a:pPr>
            <a:r>
              <a:rPr lang="en-US" b="1"/>
              <a:t>Adapt to different board types </a:t>
            </a:r>
          </a:p>
          <a:p>
            <a:pPr marL="800100" lvl="1" indent="-342900">
              <a:buFont typeface="Arial" panose="020B0604020202020204" pitchFamily="34" charset="0"/>
              <a:buChar char="•"/>
            </a:pPr>
            <a:r>
              <a:rPr lang="en-US"/>
              <a:t>Handle variations in complexity, board size, and components.</a:t>
            </a:r>
          </a:p>
          <a:p>
            <a:pPr marL="800100" lvl="1" indent="-342900">
              <a:buFont typeface="Arial" panose="020B0604020202020204" pitchFamily="34" charset="0"/>
              <a:buChar char="•"/>
            </a:pPr>
            <a:r>
              <a:rPr lang="en-US"/>
              <a:t>Support analog, digital, and mixed-signal systems. </a:t>
            </a:r>
          </a:p>
          <a:p>
            <a:pPr marL="342900" indent="-342900">
              <a:buFont typeface="+mj-lt"/>
              <a:buAutoNum type="arabicPeriod"/>
            </a:pPr>
            <a:r>
              <a:rPr lang="en-US" b="1"/>
              <a:t>Ensure Test Coverage </a:t>
            </a:r>
          </a:p>
          <a:p>
            <a:pPr marL="800100" lvl="1" indent="-342900">
              <a:buFont typeface="Arial" panose="020B0604020202020204" pitchFamily="34" charset="0"/>
              <a:buChar char="•"/>
            </a:pPr>
            <a:r>
              <a:rPr lang="en-US"/>
              <a:t>Prioritize critical paths and high-risk components.</a:t>
            </a:r>
          </a:p>
          <a:p>
            <a:pPr marL="800100" lvl="1" indent="-342900">
              <a:buFont typeface="Arial" panose="020B0604020202020204" pitchFamily="34" charset="0"/>
              <a:buChar char="•"/>
            </a:pPr>
            <a:r>
              <a:rPr lang="en-US"/>
              <a:t>Include edge cases, boundary conditions, and fail-safes.</a:t>
            </a:r>
          </a:p>
          <a:p>
            <a:pPr marL="342900" indent="-342900">
              <a:buFont typeface="+mj-lt"/>
              <a:buAutoNum type="arabicPeriod"/>
            </a:pPr>
            <a:r>
              <a:rPr lang="en-US" b="1"/>
              <a:t>Explainable and Reviewable </a:t>
            </a:r>
          </a:p>
          <a:p>
            <a:pPr marL="800100" lvl="1" indent="-342900">
              <a:buFont typeface="Arial" panose="020B0604020202020204" pitchFamily="34" charset="0"/>
              <a:buChar char="•"/>
            </a:pPr>
            <a:r>
              <a:rPr lang="en-US"/>
              <a:t>Allow for engineer review and modification.</a:t>
            </a:r>
          </a:p>
          <a:p>
            <a:pPr marL="800100" lvl="1" indent="-342900">
              <a:buFont typeface="Arial" panose="020B0604020202020204" pitchFamily="34" charset="0"/>
              <a:buChar char="•"/>
            </a:pPr>
            <a:r>
              <a:rPr lang="en-US"/>
              <a:t>Include explanations for process used in design solution. </a:t>
            </a:r>
          </a:p>
          <a:p>
            <a:pPr marL="285750" indent="-285750">
              <a:buFontTx/>
              <a:buChar char="-"/>
            </a:pPr>
            <a:endParaRPr lang="en-US"/>
          </a:p>
        </p:txBody>
      </p:sp>
    </p:spTree>
    <p:extLst>
      <p:ext uri="{BB962C8B-B14F-4D97-AF65-F5344CB8AC3E}">
        <p14:creationId xmlns:p14="http://schemas.microsoft.com/office/powerpoint/2010/main" val="1786691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4BF30-B4A7-1120-9523-BF93EF3A9F9C}"/>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C186CE83-7758-75E1-7698-943774388C88}"/>
              </a:ext>
            </a:extLst>
          </p:cNvPr>
          <p:cNvSpPr/>
          <p:nvPr/>
        </p:nvSpPr>
        <p:spPr>
          <a:xfrm>
            <a:off x="11411712" y="100584"/>
            <a:ext cx="640080" cy="64008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n w="0"/>
                <a:solidFill>
                  <a:schemeClr val="accent1"/>
                </a:solidFill>
                <a:effectLst>
                  <a:outerShdw blurRad="38100" dist="25400" dir="5400000" algn="ctr" rotWithShape="0">
                    <a:srgbClr val="6E747A">
                      <a:alpha val="43000"/>
                    </a:srgbClr>
                  </a:outerShdw>
                </a:effectLst>
              </a:rPr>
              <a:t>2</a:t>
            </a:r>
          </a:p>
        </p:txBody>
      </p:sp>
      <p:sp>
        <p:nvSpPr>
          <p:cNvPr id="3" name="TextBox 2">
            <a:extLst>
              <a:ext uri="{FF2B5EF4-FFF2-40B4-BE49-F238E27FC236}">
                <a16:creationId xmlns:a16="http://schemas.microsoft.com/office/drawing/2014/main" id="{870B9662-F3F8-8A8E-0816-AE631EEB6B04}"/>
              </a:ext>
            </a:extLst>
          </p:cNvPr>
          <p:cNvSpPr txBox="1"/>
          <p:nvPr/>
        </p:nvSpPr>
        <p:spPr>
          <a:xfrm>
            <a:off x="2109216" y="1764792"/>
            <a:ext cx="7973568" cy="769441"/>
          </a:xfrm>
          <a:prstGeom prst="rect">
            <a:avLst/>
          </a:prstGeom>
          <a:noFill/>
        </p:spPr>
        <p:txBody>
          <a:bodyPr wrap="square" rtlCol="0">
            <a:spAutoFit/>
          </a:bodyPr>
          <a:lstStyle/>
          <a:p>
            <a:pPr algn="ctr"/>
            <a:r>
              <a:rPr lang="en-US" sz="4400" b="1">
                <a:solidFill>
                  <a:schemeClr val="bg1"/>
                </a:solidFill>
                <a:latin typeface="+mj-lt"/>
              </a:rPr>
              <a:t>Suggested Solution Approaches</a:t>
            </a:r>
          </a:p>
        </p:txBody>
      </p:sp>
    </p:spTree>
    <p:extLst>
      <p:ext uri="{BB962C8B-B14F-4D97-AF65-F5344CB8AC3E}">
        <p14:creationId xmlns:p14="http://schemas.microsoft.com/office/powerpoint/2010/main" val="4038777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23CA6-0889-421E-3D8F-85CFDB50B57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A9031D3-CC41-7108-3F5A-0D442D9F5BC7}"/>
              </a:ext>
            </a:extLst>
          </p:cNvPr>
          <p:cNvSpPr>
            <a:spLocks noGrp="1"/>
          </p:cNvSpPr>
          <p:nvPr>
            <p:ph type="body" sz="quarter" idx="13"/>
          </p:nvPr>
        </p:nvSpPr>
        <p:spPr>
          <a:xfrm>
            <a:off x="456698" y="94749"/>
            <a:ext cx="10352152" cy="666750"/>
          </a:xfrm>
        </p:spPr>
        <p:txBody>
          <a:bodyPr lIns="91440" tIns="45720" rIns="91440" bIns="45720" anchor="ctr"/>
          <a:lstStyle/>
          <a:p>
            <a:r>
              <a:rPr lang="en-US" b="1">
                <a:latin typeface="Arial"/>
                <a:ea typeface="Calibri"/>
                <a:cs typeface="Arial"/>
              </a:rPr>
              <a:t>Core Approach</a:t>
            </a:r>
            <a:endParaRPr lang="en-US" b="1"/>
          </a:p>
        </p:txBody>
      </p:sp>
      <p:sp>
        <p:nvSpPr>
          <p:cNvPr id="3" name="TextBox 2">
            <a:extLst>
              <a:ext uri="{FF2B5EF4-FFF2-40B4-BE49-F238E27FC236}">
                <a16:creationId xmlns:a16="http://schemas.microsoft.com/office/drawing/2014/main" id="{5C99AFDE-822F-6B45-6D0B-BA818AA181E8}"/>
              </a:ext>
            </a:extLst>
          </p:cNvPr>
          <p:cNvSpPr txBox="1"/>
          <p:nvPr/>
        </p:nvSpPr>
        <p:spPr>
          <a:xfrm>
            <a:off x="461392" y="1182603"/>
            <a:ext cx="11073384" cy="3785652"/>
          </a:xfrm>
          <a:prstGeom prst="rect">
            <a:avLst/>
          </a:prstGeom>
          <a:noFill/>
        </p:spPr>
        <p:txBody>
          <a:bodyPr wrap="square" lIns="91440" tIns="45720" rIns="91440" bIns="45720" rtlCol="0" anchor="t">
            <a:spAutoFit/>
          </a:bodyPr>
          <a:lstStyle/>
          <a:p>
            <a:r>
              <a:rPr lang="en-US" sz="2000" b="1"/>
              <a:t>Goal: </a:t>
            </a:r>
            <a:r>
              <a:rPr lang="en-US" sz="2000"/>
              <a:t>Develop a model workflow able to accurately analyze a netlist and BOM to produce a test plan.</a:t>
            </a:r>
            <a:endParaRPr lang="en-US" sz="2000">
              <a:ea typeface="Calibri"/>
              <a:cs typeface="Calibri"/>
            </a:endParaRPr>
          </a:p>
          <a:p>
            <a:endParaRPr lang="en-US" sz="2000">
              <a:ea typeface="Calibri"/>
              <a:cs typeface="Calibri"/>
            </a:endParaRPr>
          </a:p>
          <a:p>
            <a:r>
              <a:rPr lang="en-US" sz="2000" b="1">
                <a:ea typeface="Calibri"/>
                <a:cs typeface="Calibri"/>
              </a:rPr>
              <a:t>Tooling:</a:t>
            </a:r>
          </a:p>
          <a:p>
            <a:pPr marL="342900" indent="-342900">
              <a:buFont typeface="Arial"/>
              <a:buChar char="•"/>
            </a:pPr>
            <a:r>
              <a:rPr lang="en-US" sz="2000">
                <a:ea typeface="Calibri"/>
                <a:cs typeface="Calibri"/>
              </a:rPr>
              <a:t>Cloud source GPT/Gemini, or Copilot via UF modeling architecture</a:t>
            </a:r>
          </a:p>
          <a:p>
            <a:pPr marL="342900" indent="-342900">
              <a:buFont typeface="Arial"/>
              <a:buChar char="•"/>
            </a:pPr>
            <a:r>
              <a:rPr lang="en-US" sz="2000">
                <a:ea typeface="Calibri"/>
                <a:cs typeface="Calibri"/>
              </a:rPr>
              <a:t>Alternative, student-driven model approaches (local hosting, etc. - feel free to explore)</a:t>
            </a:r>
          </a:p>
          <a:p>
            <a:pPr marL="342900" indent="-342900">
              <a:buFont typeface="Arial"/>
              <a:buChar char="•"/>
            </a:pPr>
            <a:r>
              <a:rPr lang="en-US" sz="2000">
                <a:ea typeface="Calibri"/>
                <a:cs typeface="Calibri"/>
              </a:rPr>
              <a:t>Python libraries like </a:t>
            </a:r>
            <a:r>
              <a:rPr lang="en-US" sz="2000" err="1">
                <a:ea typeface="Calibri"/>
                <a:cs typeface="Calibri"/>
              </a:rPr>
              <a:t>LangChain</a:t>
            </a:r>
            <a:r>
              <a:rPr lang="en-US" sz="2000">
                <a:ea typeface="Calibri"/>
                <a:cs typeface="Calibri"/>
              </a:rPr>
              <a:t>/</a:t>
            </a:r>
            <a:r>
              <a:rPr lang="en-US" sz="2000" err="1">
                <a:ea typeface="Calibri"/>
                <a:cs typeface="Calibri"/>
              </a:rPr>
              <a:t>NeMo</a:t>
            </a:r>
            <a:r>
              <a:rPr lang="en-US" sz="2000">
                <a:ea typeface="Calibri"/>
                <a:cs typeface="Calibri"/>
              </a:rPr>
              <a:t>, </a:t>
            </a:r>
            <a:r>
              <a:rPr lang="en-US" sz="2000" err="1">
                <a:ea typeface="Calibri"/>
                <a:cs typeface="Calibri"/>
              </a:rPr>
              <a:t>Pydantic</a:t>
            </a:r>
            <a:r>
              <a:rPr lang="en-US" sz="2000">
                <a:ea typeface="Calibri"/>
                <a:cs typeface="Calibri"/>
              </a:rPr>
              <a:t>, and PCB Tools</a:t>
            </a:r>
          </a:p>
          <a:p>
            <a:endParaRPr lang="en-US" sz="2000"/>
          </a:p>
          <a:p>
            <a:r>
              <a:rPr lang="en-US" sz="2000" b="1"/>
              <a:t>Baseline:</a:t>
            </a:r>
            <a:endParaRPr lang="en-US" sz="2000" b="1">
              <a:ea typeface="Calibri"/>
              <a:cs typeface="Calibri"/>
            </a:endParaRPr>
          </a:p>
          <a:p>
            <a:pPr marL="285750" indent="-285750">
              <a:buFont typeface="Arial" panose="020B0604020202020204" pitchFamily="34" charset="0"/>
              <a:buChar char="•"/>
            </a:pPr>
            <a:r>
              <a:rPr lang="en-US" sz="2000"/>
              <a:t>Cloud source LLM</a:t>
            </a:r>
            <a:endParaRPr lang="en-US" sz="2000">
              <a:ea typeface="Calibri"/>
              <a:cs typeface="Calibri"/>
            </a:endParaRPr>
          </a:p>
          <a:p>
            <a:pPr marL="285750" indent="-285750">
              <a:buFont typeface="Arial" panose="020B0604020202020204" pitchFamily="34" charset="0"/>
              <a:buChar char="•"/>
            </a:pPr>
            <a:r>
              <a:rPr lang="en-US" sz="2000"/>
              <a:t>Robust system prompt</a:t>
            </a:r>
            <a:endParaRPr lang="en-US" sz="2000">
              <a:ea typeface="Calibri"/>
              <a:cs typeface="Calibri"/>
            </a:endParaRPr>
          </a:p>
          <a:p>
            <a:pPr marL="285750" indent="-285750">
              <a:buFont typeface="Arial" panose="020B0604020202020204" pitchFamily="34" charset="0"/>
              <a:buChar char="•"/>
            </a:pPr>
            <a:r>
              <a:rPr lang="en-US" sz="2000">
                <a:ea typeface="Calibri"/>
                <a:cs typeface="Calibri"/>
              </a:rPr>
              <a:t>Automated workflow using your tool's API, driven through the command line</a:t>
            </a:r>
          </a:p>
          <a:p>
            <a:endParaRPr lang="en-US" sz="2000">
              <a:ea typeface="Calibri"/>
              <a:cs typeface="Calibri"/>
            </a:endParaRPr>
          </a:p>
        </p:txBody>
      </p:sp>
    </p:spTree>
    <p:extLst>
      <p:ext uri="{BB962C8B-B14F-4D97-AF65-F5344CB8AC3E}">
        <p14:creationId xmlns:p14="http://schemas.microsoft.com/office/powerpoint/2010/main" val="1409385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7755-E5A1-41FE-4C46-156E116F8F9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A596010-6AD5-4646-7635-B5D22023CB1B}"/>
              </a:ext>
            </a:extLst>
          </p:cNvPr>
          <p:cNvSpPr>
            <a:spLocks noGrp="1"/>
          </p:cNvSpPr>
          <p:nvPr>
            <p:ph type="body" sz="quarter" idx="13"/>
          </p:nvPr>
        </p:nvSpPr>
        <p:spPr>
          <a:xfrm>
            <a:off x="456698" y="94749"/>
            <a:ext cx="10352152" cy="666750"/>
          </a:xfrm>
        </p:spPr>
        <p:txBody>
          <a:bodyPr lIns="91440" tIns="45720" rIns="91440" bIns="45720" anchor="ctr"/>
          <a:lstStyle/>
          <a:p>
            <a:r>
              <a:rPr lang="en-US" b="1">
                <a:latin typeface="Arial"/>
                <a:ea typeface="Calibri"/>
                <a:cs typeface="Arial"/>
              </a:rPr>
              <a:t>End Application Ideas</a:t>
            </a:r>
            <a:endParaRPr lang="en-US" b="1"/>
          </a:p>
        </p:txBody>
      </p:sp>
      <p:sp>
        <p:nvSpPr>
          <p:cNvPr id="3" name="TextBox 2">
            <a:extLst>
              <a:ext uri="{FF2B5EF4-FFF2-40B4-BE49-F238E27FC236}">
                <a16:creationId xmlns:a16="http://schemas.microsoft.com/office/drawing/2014/main" id="{A22A2DA5-0BA6-D00F-9CFA-8AD9E05F8BBD}"/>
              </a:ext>
            </a:extLst>
          </p:cNvPr>
          <p:cNvSpPr txBox="1"/>
          <p:nvPr/>
        </p:nvSpPr>
        <p:spPr>
          <a:xfrm>
            <a:off x="461392" y="1182603"/>
            <a:ext cx="11073384" cy="4401205"/>
          </a:xfrm>
          <a:prstGeom prst="rect">
            <a:avLst/>
          </a:prstGeom>
          <a:noFill/>
        </p:spPr>
        <p:txBody>
          <a:bodyPr wrap="square" lIns="91440" tIns="45720" rIns="91440" bIns="45720" rtlCol="0" anchor="t">
            <a:spAutoFit/>
          </a:bodyPr>
          <a:lstStyle/>
          <a:p>
            <a:r>
              <a:rPr lang="en-US" sz="2000" b="1"/>
              <a:t>Goal: </a:t>
            </a:r>
            <a:r>
              <a:rPr lang="en-US" sz="2000"/>
              <a:t>Develop an end application that engineers can interface with, expanding on your core CLI tool.</a:t>
            </a:r>
            <a:endParaRPr lang="en-US" sz="2000">
              <a:ea typeface="Calibri"/>
              <a:cs typeface="Calibri"/>
            </a:endParaRPr>
          </a:p>
          <a:p>
            <a:r>
              <a:rPr lang="en-US" sz="2000" b="1">
                <a:ea typeface="Calibri"/>
                <a:cs typeface="Calibri"/>
              </a:rPr>
              <a:t>Idea:</a:t>
            </a:r>
            <a:r>
              <a:rPr lang="en-US" sz="2000">
                <a:ea typeface="Calibri"/>
                <a:cs typeface="Calibri"/>
              </a:rPr>
              <a:t> The CLI tool is a strong first cut. How can you develop and iterate upon it further to improve your end user's experience?  </a:t>
            </a:r>
          </a:p>
          <a:p>
            <a:endParaRPr lang="en-US" sz="2000">
              <a:ea typeface="Calibri"/>
              <a:cs typeface="Calibri"/>
            </a:endParaRPr>
          </a:p>
          <a:p>
            <a:r>
              <a:rPr lang="en-US" sz="2000" b="1">
                <a:ea typeface="Calibri"/>
                <a:cs typeface="Calibri"/>
              </a:rPr>
              <a:t>General Improvement Ideas:</a:t>
            </a:r>
          </a:p>
          <a:p>
            <a:pPr marL="342900" indent="-342900">
              <a:buFont typeface="Arial"/>
              <a:buChar char="•"/>
            </a:pPr>
            <a:r>
              <a:rPr lang="en-US" sz="2000" u="sng">
                <a:ea typeface="Calibri"/>
                <a:cs typeface="Calibri"/>
              </a:rPr>
              <a:t>RAG/Libraries</a:t>
            </a:r>
            <a:r>
              <a:rPr lang="en-US" sz="2000">
                <a:ea typeface="Calibri"/>
                <a:cs typeface="Calibri"/>
              </a:rPr>
              <a:t> – Users only need to upload files once, chunked files are stored in a vector database</a:t>
            </a:r>
          </a:p>
          <a:p>
            <a:pPr marL="342900" indent="-342900">
              <a:buFont typeface="Arial"/>
              <a:buChar char="•"/>
            </a:pPr>
            <a:r>
              <a:rPr lang="en-US" sz="2000" u="sng">
                <a:ea typeface="Calibri"/>
                <a:cs typeface="Calibri"/>
              </a:rPr>
              <a:t>Agentic Modeling</a:t>
            </a:r>
            <a:r>
              <a:rPr lang="en-US" sz="2000">
                <a:ea typeface="Calibri"/>
                <a:cs typeface="Calibri"/>
              </a:rPr>
              <a:t> – Multi-model architecture, or add the ability to web search for data sheets</a:t>
            </a:r>
          </a:p>
          <a:p>
            <a:pPr marL="342900" indent="-342900">
              <a:buFont typeface="Arial"/>
              <a:buChar char="•"/>
            </a:pPr>
            <a:r>
              <a:rPr lang="en-US" sz="2000" u="sng">
                <a:ea typeface="Calibri"/>
                <a:cs typeface="Calibri"/>
              </a:rPr>
              <a:t>Image Generation</a:t>
            </a:r>
            <a:r>
              <a:rPr lang="en-US" sz="2000">
                <a:ea typeface="Calibri"/>
                <a:cs typeface="Calibri"/>
              </a:rPr>
              <a:t> - Can your model generate images corresponding to steps within the test plan?</a:t>
            </a:r>
          </a:p>
          <a:p>
            <a:pPr marL="342900" indent="-342900">
              <a:buFont typeface="Arial"/>
              <a:buChar char="•"/>
            </a:pPr>
            <a:r>
              <a:rPr lang="en-US" sz="2000" u="sng">
                <a:ea typeface="Calibri"/>
                <a:cs typeface="Calibri"/>
              </a:rPr>
              <a:t>Frontend</a:t>
            </a:r>
            <a:r>
              <a:rPr lang="en-US" sz="2000">
                <a:ea typeface="Calibri"/>
                <a:cs typeface="Calibri"/>
              </a:rPr>
              <a:t> – Node.js integration with something like flask or fast to make your user experience brighter</a:t>
            </a:r>
          </a:p>
          <a:p>
            <a:endParaRPr lang="en-US" sz="2000"/>
          </a:p>
          <a:p>
            <a:r>
              <a:rPr lang="en-US" sz="2000" b="1"/>
              <a:t>Baseline:</a:t>
            </a:r>
            <a:endParaRPr lang="en-US" sz="2000" b="1">
              <a:ea typeface="Calibri"/>
              <a:cs typeface="Calibri"/>
            </a:endParaRPr>
          </a:p>
          <a:p>
            <a:pPr marL="285750" indent="-285750">
              <a:buFont typeface="Arial" panose="020B0604020202020204" pitchFamily="34" charset="0"/>
              <a:buChar char="•"/>
            </a:pPr>
            <a:r>
              <a:rPr lang="en-US" sz="2000"/>
              <a:t>Leverage strong UI/UX design to improve user experience</a:t>
            </a:r>
            <a:endParaRPr lang="en-US" sz="2000">
              <a:ea typeface="Calibri"/>
              <a:cs typeface="Calibri"/>
            </a:endParaRPr>
          </a:p>
          <a:p>
            <a:pPr marL="285750" indent="-285750">
              <a:buFont typeface="Arial" panose="020B0604020202020204" pitchFamily="34" charset="0"/>
              <a:buChar char="•"/>
            </a:pPr>
            <a:r>
              <a:rPr lang="en-US" sz="2000">
                <a:ea typeface="Calibri"/>
                <a:cs typeface="Calibri"/>
              </a:rPr>
              <a:t>Get creative!!</a:t>
            </a:r>
          </a:p>
          <a:p>
            <a:endParaRPr lang="en-US" sz="2000">
              <a:ea typeface="Calibri"/>
              <a:cs typeface="Calibri"/>
            </a:endParaRPr>
          </a:p>
        </p:txBody>
      </p:sp>
    </p:spTree>
    <p:extLst>
      <p:ext uri="{BB962C8B-B14F-4D97-AF65-F5344CB8AC3E}">
        <p14:creationId xmlns:p14="http://schemas.microsoft.com/office/powerpoint/2010/main" val="509098386"/>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4DF97-5693-18D5-4786-704167076764}"/>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343DF6EF-4DC4-EA8A-6075-099143B3A071}"/>
              </a:ext>
            </a:extLst>
          </p:cNvPr>
          <p:cNvSpPr/>
          <p:nvPr/>
        </p:nvSpPr>
        <p:spPr>
          <a:xfrm>
            <a:off x="11411712" y="100584"/>
            <a:ext cx="640080" cy="64008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a:ln w="0"/>
                <a:solidFill>
                  <a:schemeClr val="accent1"/>
                </a:solidFill>
                <a:effectLst>
                  <a:outerShdw blurRad="38100" dist="25400" dir="5400000" algn="ctr" rotWithShape="0">
                    <a:srgbClr val="6E747A">
                      <a:alpha val="43000"/>
                    </a:srgbClr>
                  </a:outerShdw>
                </a:effectLst>
              </a:rPr>
              <a:t>3</a:t>
            </a:r>
          </a:p>
        </p:txBody>
      </p:sp>
      <p:sp>
        <p:nvSpPr>
          <p:cNvPr id="3" name="TextBox 2">
            <a:extLst>
              <a:ext uri="{FF2B5EF4-FFF2-40B4-BE49-F238E27FC236}">
                <a16:creationId xmlns:a16="http://schemas.microsoft.com/office/drawing/2014/main" id="{3DFE7C13-0B0D-26D5-B284-CD0174F28ADC}"/>
              </a:ext>
            </a:extLst>
          </p:cNvPr>
          <p:cNvSpPr txBox="1"/>
          <p:nvPr/>
        </p:nvSpPr>
        <p:spPr>
          <a:xfrm>
            <a:off x="2109216" y="1764792"/>
            <a:ext cx="7973568" cy="1446550"/>
          </a:xfrm>
          <a:prstGeom prst="rect">
            <a:avLst/>
          </a:prstGeom>
          <a:noFill/>
        </p:spPr>
        <p:txBody>
          <a:bodyPr wrap="square" rtlCol="0">
            <a:spAutoFit/>
          </a:bodyPr>
          <a:lstStyle/>
          <a:p>
            <a:pPr algn="ctr"/>
            <a:r>
              <a:rPr lang="en-US" sz="4400" b="1">
                <a:solidFill>
                  <a:schemeClr val="bg1"/>
                </a:solidFill>
                <a:latin typeface="+mj-lt"/>
              </a:rPr>
              <a:t>Aeronix Given Input/Output Descriptions</a:t>
            </a:r>
          </a:p>
        </p:txBody>
      </p:sp>
    </p:spTree>
    <p:extLst>
      <p:ext uri="{BB962C8B-B14F-4D97-AF65-F5344CB8AC3E}">
        <p14:creationId xmlns:p14="http://schemas.microsoft.com/office/powerpoint/2010/main" val="3583719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FA662-2BCB-6E77-B0B8-F4E8250AEC6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8F57B45-C8CA-682B-C0BD-ACC927912C2C}"/>
              </a:ext>
            </a:extLst>
          </p:cNvPr>
          <p:cNvSpPr>
            <a:spLocks noGrp="1"/>
          </p:cNvSpPr>
          <p:nvPr>
            <p:ph type="body" sz="quarter" idx="13"/>
          </p:nvPr>
        </p:nvSpPr>
        <p:spPr/>
        <p:txBody>
          <a:bodyPr/>
          <a:lstStyle/>
          <a:p>
            <a:r>
              <a:rPr lang="en-US"/>
              <a:t>Provided Inputs and Outputs </a:t>
            </a:r>
          </a:p>
        </p:txBody>
      </p:sp>
      <p:sp>
        <p:nvSpPr>
          <p:cNvPr id="4" name="Text Placeholder 3">
            <a:extLst>
              <a:ext uri="{FF2B5EF4-FFF2-40B4-BE49-F238E27FC236}">
                <a16:creationId xmlns:a16="http://schemas.microsoft.com/office/drawing/2014/main" id="{D9F6B15E-9670-2C65-3070-86441DD5243E}"/>
              </a:ext>
            </a:extLst>
          </p:cNvPr>
          <p:cNvSpPr>
            <a:spLocks noGrp="1"/>
          </p:cNvSpPr>
          <p:nvPr>
            <p:ph type="body" sz="quarter" idx="14"/>
          </p:nvPr>
        </p:nvSpPr>
        <p:spPr>
          <a:xfrm>
            <a:off x="581025" y="933450"/>
            <a:ext cx="4619625" cy="4991100"/>
          </a:xfrm>
        </p:spPr>
        <p:txBody>
          <a:bodyPr lIns="91440" tIns="45720" rIns="91440" bIns="45720" anchor="t"/>
          <a:lstStyle/>
          <a:p>
            <a:pPr marL="0" indent="0">
              <a:buNone/>
            </a:pPr>
            <a:r>
              <a:rPr lang="en-US" b="1">
                <a:ea typeface="Calibri"/>
                <a:cs typeface="Calibri"/>
              </a:rPr>
              <a:t>LoRa Radio Inputs:</a:t>
            </a:r>
          </a:p>
          <a:p>
            <a:pPr marL="514350" indent="-514350">
              <a:buFont typeface="+mj-lt"/>
              <a:buAutoNum type="arabicPeriod"/>
            </a:pPr>
            <a:r>
              <a:rPr lang="en-US">
                <a:ea typeface="Calibri"/>
                <a:cs typeface="Calibri"/>
              </a:rPr>
              <a:t>LoRa Radio Software design Requirements </a:t>
            </a:r>
          </a:p>
          <a:p>
            <a:pPr marL="514350" indent="-514350">
              <a:buFont typeface="+mj-lt"/>
              <a:buAutoNum type="arabicPeriod"/>
            </a:pPr>
            <a:r>
              <a:rPr lang="en-US">
                <a:ea typeface="Calibri"/>
                <a:cs typeface="Calibri"/>
              </a:rPr>
              <a:t>Lora Radio Hardware design requirements </a:t>
            </a:r>
          </a:p>
          <a:p>
            <a:pPr marL="514350" indent="-514350">
              <a:buFont typeface="+mj-lt"/>
              <a:buAutoNum type="arabicPeriod"/>
            </a:pPr>
            <a:r>
              <a:rPr lang="en-US">
                <a:ea typeface="Calibri"/>
                <a:cs typeface="Calibri"/>
              </a:rPr>
              <a:t>PCB-Car-Radio zip file (schematics)</a:t>
            </a:r>
          </a:p>
          <a:p>
            <a:pPr marL="514350" indent="-514350">
              <a:buFont typeface="+mj-lt"/>
              <a:buAutoNum type="arabicPeriod"/>
            </a:pPr>
            <a:r>
              <a:rPr lang="en-US">
                <a:ea typeface="Calibri"/>
                <a:cs typeface="Calibri"/>
              </a:rPr>
              <a:t>Car-PCB Netlist &amp; BOM</a:t>
            </a:r>
          </a:p>
          <a:p>
            <a:pPr marL="0" indent="0">
              <a:buNone/>
            </a:pPr>
            <a:r>
              <a:rPr lang="en-US" b="1">
                <a:ea typeface="Calibri"/>
                <a:cs typeface="Calibri"/>
              </a:rPr>
              <a:t>Arduino Uno Input (Test Case) </a:t>
            </a:r>
          </a:p>
          <a:p>
            <a:pPr marL="0" indent="0">
              <a:buNone/>
            </a:pPr>
            <a:r>
              <a:rPr lang="en-US">
                <a:ea typeface="Calibri"/>
                <a:cs typeface="Calibri"/>
              </a:rPr>
              <a:t>1. Arduino Uno Netlist &amp; BOM</a:t>
            </a:r>
          </a:p>
          <a:p>
            <a:pPr marL="0" indent="0">
              <a:buNone/>
            </a:pPr>
            <a:endParaRPr lang="en-US" b="1">
              <a:ea typeface="Calibri"/>
              <a:cs typeface="Calibri"/>
            </a:endParaRPr>
          </a:p>
          <a:p>
            <a:pPr marL="0" indent="0">
              <a:buNone/>
            </a:pPr>
            <a:endParaRPr lang="en-US" b="1">
              <a:ea typeface="Calibri"/>
              <a:cs typeface="Calibri"/>
            </a:endParaRPr>
          </a:p>
          <a:p>
            <a:pPr marL="0" indent="0">
              <a:buNone/>
            </a:pPr>
            <a:endParaRPr lang="en-US" b="1">
              <a:ea typeface="Calibri"/>
              <a:cs typeface="Calibri"/>
            </a:endParaRPr>
          </a:p>
          <a:p>
            <a:pPr marL="0" indent="0">
              <a:buNone/>
            </a:pPr>
            <a:endParaRPr lang="en-US" b="1">
              <a:ea typeface="Calibri"/>
              <a:cs typeface="Calibri"/>
            </a:endParaRPr>
          </a:p>
          <a:p>
            <a:pPr marL="0" indent="0">
              <a:buNone/>
            </a:pPr>
            <a:endParaRPr lang="en-US" b="1">
              <a:ea typeface="Calibri"/>
              <a:cs typeface="Calibri"/>
            </a:endParaRPr>
          </a:p>
        </p:txBody>
      </p:sp>
      <p:sp>
        <p:nvSpPr>
          <p:cNvPr id="2" name="Text Placeholder 3">
            <a:extLst>
              <a:ext uri="{FF2B5EF4-FFF2-40B4-BE49-F238E27FC236}">
                <a16:creationId xmlns:a16="http://schemas.microsoft.com/office/drawing/2014/main" id="{334BC693-D5F4-B5EC-0DB7-0D9B452CD12E}"/>
              </a:ext>
            </a:extLst>
          </p:cNvPr>
          <p:cNvSpPr txBox="1">
            <a:spLocks/>
          </p:cNvSpPr>
          <p:nvPr/>
        </p:nvSpPr>
        <p:spPr>
          <a:xfrm>
            <a:off x="5676900" y="933450"/>
            <a:ext cx="4295775" cy="4991100"/>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SzPct val="125000"/>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SzPct val="50000"/>
              <a:buFont typeface="Courier New" panose="02070309020205020404" pitchFamily="49" charset="0"/>
              <a:buChar char="o"/>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a:ea typeface="Calibri"/>
                <a:cs typeface="Calibri"/>
              </a:rPr>
              <a:t>Lora Radio Output: </a:t>
            </a:r>
          </a:p>
          <a:p>
            <a:pPr marL="0" indent="0">
              <a:buFont typeface="Arial" panose="020B0604020202020204" pitchFamily="34" charset="0"/>
              <a:buNone/>
            </a:pPr>
            <a:r>
              <a:rPr lang="en-US">
                <a:ea typeface="Calibri"/>
                <a:cs typeface="Calibri"/>
              </a:rPr>
              <a:t>1. LoRa Bring Up Procedure (Test plan) </a:t>
            </a:r>
          </a:p>
          <a:p>
            <a:pPr marL="0" indent="0">
              <a:buFont typeface="Arial" panose="020B0604020202020204" pitchFamily="34" charset="0"/>
              <a:buNone/>
            </a:pPr>
            <a:endParaRPr lang="en-US" b="1">
              <a:ea typeface="Calibri"/>
              <a:cs typeface="Calibri"/>
            </a:endParaRPr>
          </a:p>
          <a:p>
            <a:pPr marL="0" indent="0">
              <a:buFont typeface="Arial" panose="020B0604020202020204" pitchFamily="34" charset="0"/>
              <a:buNone/>
            </a:pPr>
            <a:endParaRPr lang="en-US" b="1">
              <a:ea typeface="Calibri"/>
              <a:cs typeface="Calibri"/>
            </a:endParaRPr>
          </a:p>
        </p:txBody>
      </p:sp>
      <p:sp>
        <p:nvSpPr>
          <p:cNvPr id="5" name="Rectangle: Single Corner Rounded 4">
            <a:extLst>
              <a:ext uri="{FF2B5EF4-FFF2-40B4-BE49-F238E27FC236}">
                <a16:creationId xmlns:a16="http://schemas.microsoft.com/office/drawing/2014/main" id="{2730866F-EE58-263B-EB06-9EED2092E8DD}"/>
              </a:ext>
            </a:extLst>
          </p:cNvPr>
          <p:cNvSpPr/>
          <p:nvPr/>
        </p:nvSpPr>
        <p:spPr>
          <a:xfrm>
            <a:off x="5676900" y="2486025"/>
            <a:ext cx="6238875" cy="3562350"/>
          </a:xfrm>
          <a:prstGeom prst="round1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t>Given this information we expect you to </a:t>
            </a:r>
            <a:r>
              <a:rPr lang="en-US" sz="2400" b="1"/>
              <a:t>recreate</a:t>
            </a:r>
            <a:r>
              <a:rPr lang="en-US" sz="2400"/>
              <a:t> the </a:t>
            </a:r>
            <a:r>
              <a:rPr lang="en-US" sz="2400" b="1"/>
              <a:t>LoRa Bring Up Procedure </a:t>
            </a:r>
            <a:r>
              <a:rPr lang="en-US" sz="2400"/>
              <a:t>using your AI test generator, and to </a:t>
            </a:r>
            <a:r>
              <a:rPr lang="en-US" sz="2400" b="1"/>
              <a:t>create</a:t>
            </a:r>
            <a:r>
              <a:rPr lang="en-US" sz="2400"/>
              <a:t> a </a:t>
            </a:r>
            <a:r>
              <a:rPr lang="en-US" sz="2400" b="1"/>
              <a:t>procedure</a:t>
            </a:r>
            <a:r>
              <a:rPr lang="en-US" sz="2400"/>
              <a:t> for the Arduino Uno as an additional test case. </a:t>
            </a:r>
          </a:p>
        </p:txBody>
      </p:sp>
    </p:spTree>
    <p:extLst>
      <p:ext uri="{BB962C8B-B14F-4D97-AF65-F5344CB8AC3E}">
        <p14:creationId xmlns:p14="http://schemas.microsoft.com/office/powerpoint/2010/main" val="518952494"/>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F2F280-C9D6-0E6E-EF1A-34A889BDE47B}"/>
              </a:ext>
            </a:extLst>
          </p:cNvPr>
          <p:cNvSpPr>
            <a:spLocks noGrp="1"/>
          </p:cNvSpPr>
          <p:nvPr>
            <p:ph type="body" sz="quarter" idx="13"/>
          </p:nvPr>
        </p:nvSpPr>
        <p:spPr/>
        <p:txBody>
          <a:bodyPr/>
          <a:lstStyle/>
          <a:p>
            <a:r>
              <a:rPr lang="en-US"/>
              <a:t>LoRa Radio Explanation </a:t>
            </a:r>
          </a:p>
        </p:txBody>
      </p:sp>
      <p:sp>
        <p:nvSpPr>
          <p:cNvPr id="3" name="Text Placeholder 2">
            <a:extLst>
              <a:ext uri="{FF2B5EF4-FFF2-40B4-BE49-F238E27FC236}">
                <a16:creationId xmlns:a16="http://schemas.microsoft.com/office/drawing/2014/main" id="{A15E0DCA-4891-FDF5-B295-207A57746AAD}"/>
              </a:ext>
            </a:extLst>
          </p:cNvPr>
          <p:cNvSpPr>
            <a:spLocks noGrp="1"/>
          </p:cNvSpPr>
          <p:nvPr>
            <p:ph type="body" sz="quarter" idx="14"/>
          </p:nvPr>
        </p:nvSpPr>
        <p:spPr>
          <a:xfrm>
            <a:off x="581025" y="1152525"/>
            <a:ext cx="10971197" cy="4991100"/>
          </a:xfrm>
        </p:spPr>
        <p:txBody>
          <a:bodyPr lIns="91440" tIns="45720" rIns="91440" bIns="45720" anchor="t"/>
          <a:lstStyle/>
          <a:p>
            <a:r>
              <a:rPr lang="en-US" sz="2400"/>
              <a:t>Trains are a complex dynamic system</a:t>
            </a:r>
          </a:p>
          <a:p>
            <a:pPr lvl="1"/>
            <a:r>
              <a:rPr lang="en-US" sz="2000"/>
              <a:t>Each train is comprised of multiple locomotives and cars</a:t>
            </a:r>
          </a:p>
          <a:p>
            <a:pPr lvl="1"/>
            <a:r>
              <a:rPr lang="en-US" sz="2000"/>
              <a:t>Trains are constantly reshuffled as they enter/exit shunting yards to pick up and drop off new cargo</a:t>
            </a:r>
            <a:endParaRPr lang="en-US" sz="2000">
              <a:ea typeface="Calibri"/>
              <a:cs typeface="Calibri"/>
            </a:endParaRPr>
          </a:p>
          <a:p>
            <a:pPr lvl="1"/>
            <a:r>
              <a:rPr lang="en-US" sz="2000"/>
              <a:t>Trains compress/expand depending on terrain - up to 400 meters in some cases</a:t>
            </a:r>
          </a:p>
          <a:p>
            <a:pPr lvl="1"/>
            <a:r>
              <a:rPr lang="en-US" sz="2000"/>
              <a:t>Conductors must independently control </a:t>
            </a:r>
            <a:r>
              <a:rPr lang="en-US" sz="2000" err="1"/>
              <a:t>HoT</a:t>
            </a:r>
            <a:r>
              <a:rPr lang="en-US" sz="2000"/>
              <a:t>/</a:t>
            </a:r>
            <a:r>
              <a:rPr lang="en-US" sz="2000" err="1"/>
              <a:t>EoT</a:t>
            </a:r>
            <a:r>
              <a:rPr lang="en-US" sz="2000"/>
              <a:t> Locomotives to manage the slack</a:t>
            </a:r>
          </a:p>
          <a:p>
            <a:pPr lvl="1"/>
            <a:r>
              <a:rPr lang="en-US" sz="2000"/>
              <a:t>Failure to Communicate between </a:t>
            </a:r>
            <a:r>
              <a:rPr lang="en-US" sz="2000" err="1"/>
              <a:t>HoT</a:t>
            </a:r>
            <a:r>
              <a:rPr lang="en-US" sz="2000"/>
              <a:t>/</a:t>
            </a:r>
            <a:r>
              <a:rPr lang="en-US" sz="2000" err="1"/>
              <a:t>EoT</a:t>
            </a:r>
            <a:r>
              <a:rPr lang="en-US" sz="2000"/>
              <a:t> Can be a Safety Hazard </a:t>
            </a:r>
            <a:r>
              <a:rPr lang="en-US" sz="2000" i="1"/>
              <a:t>(Foreshadowing…)</a:t>
            </a:r>
          </a:p>
          <a:p>
            <a:pPr lvl="1"/>
            <a:endParaRPr lang="en-US" sz="2000"/>
          </a:p>
          <a:p>
            <a:pPr marL="457200" lvl="1" indent="0">
              <a:buNone/>
            </a:pPr>
            <a:endParaRPr lang="en-US" sz="2000"/>
          </a:p>
          <a:p>
            <a:pPr lvl="1"/>
            <a:endParaRPr lang="en-US" sz="2000"/>
          </a:p>
          <a:p>
            <a:pPr lvl="1"/>
            <a:endParaRPr lang="en-US" sz="2000"/>
          </a:p>
          <a:p>
            <a:pPr lvl="1"/>
            <a:endParaRPr lang="en-US" sz="2000"/>
          </a:p>
        </p:txBody>
      </p:sp>
      <p:sp>
        <p:nvSpPr>
          <p:cNvPr id="4" name="Slide Number Placeholder 3">
            <a:extLst>
              <a:ext uri="{FF2B5EF4-FFF2-40B4-BE49-F238E27FC236}">
                <a16:creationId xmlns:a16="http://schemas.microsoft.com/office/drawing/2014/main" id="{A821FF87-3B26-DBD9-A490-FAD8C390ACCC}"/>
              </a:ext>
            </a:extLst>
          </p:cNvPr>
          <p:cNvSpPr>
            <a:spLocks noGrp="1"/>
          </p:cNvSpPr>
          <p:nvPr>
            <p:ph type="sldNum" sz="quarter" idx="12"/>
          </p:nvPr>
        </p:nvSpPr>
        <p:spPr/>
        <p:txBody>
          <a:bodyPr/>
          <a:lstStyle/>
          <a:p>
            <a:fld id="{9FEEA429-751B-49A0-AC2F-0DC1CFE330B0}" type="slidenum">
              <a:rPr lang="en-US" smtClean="0"/>
              <a:t>12</a:t>
            </a:fld>
            <a:endParaRPr lang="en-US"/>
          </a:p>
        </p:txBody>
      </p:sp>
      <p:grpSp>
        <p:nvGrpSpPr>
          <p:cNvPr id="9" name="Group 8">
            <a:extLst>
              <a:ext uri="{FF2B5EF4-FFF2-40B4-BE49-F238E27FC236}">
                <a16:creationId xmlns:a16="http://schemas.microsoft.com/office/drawing/2014/main" id="{CE589126-487F-8CCA-EDD4-65DD77B67DEF}"/>
              </a:ext>
            </a:extLst>
          </p:cNvPr>
          <p:cNvGrpSpPr/>
          <p:nvPr/>
        </p:nvGrpSpPr>
        <p:grpSpPr>
          <a:xfrm>
            <a:off x="958963" y="5249917"/>
            <a:ext cx="10029768" cy="911115"/>
            <a:chOff x="805428" y="5278674"/>
            <a:chExt cx="10029768" cy="911115"/>
          </a:xfrm>
        </p:grpSpPr>
        <p:pic>
          <p:nvPicPr>
            <p:cNvPr id="6" name="Picture 5">
              <a:extLst>
                <a:ext uri="{FF2B5EF4-FFF2-40B4-BE49-F238E27FC236}">
                  <a16:creationId xmlns:a16="http://schemas.microsoft.com/office/drawing/2014/main" id="{B12D2435-4CF5-4968-C940-60068B1B812D}"/>
                </a:ext>
              </a:extLst>
            </p:cNvPr>
            <p:cNvPicPr>
              <a:picLocks noChangeAspect="1"/>
            </p:cNvPicPr>
            <p:nvPr/>
          </p:nvPicPr>
          <p:blipFill>
            <a:blip r:embed="rId3"/>
            <a:stretch>
              <a:fillRect/>
            </a:stretch>
          </p:blipFill>
          <p:spPr>
            <a:xfrm>
              <a:off x="805428" y="5278674"/>
              <a:ext cx="8112565" cy="911115"/>
            </a:xfrm>
            <a:prstGeom prst="rect">
              <a:avLst/>
            </a:prstGeom>
          </p:spPr>
        </p:pic>
        <p:pic>
          <p:nvPicPr>
            <p:cNvPr id="8" name="Picture 7">
              <a:extLst>
                <a:ext uri="{FF2B5EF4-FFF2-40B4-BE49-F238E27FC236}">
                  <a16:creationId xmlns:a16="http://schemas.microsoft.com/office/drawing/2014/main" id="{0CF166D0-FA84-92DD-2441-514D7A1FAC27}"/>
                </a:ext>
              </a:extLst>
            </p:cNvPr>
            <p:cNvPicPr>
              <a:picLocks noChangeAspect="1"/>
            </p:cNvPicPr>
            <p:nvPr/>
          </p:nvPicPr>
          <p:blipFill>
            <a:blip r:embed="rId4"/>
            <a:srcRect l="2770"/>
            <a:stretch/>
          </p:blipFill>
          <p:spPr>
            <a:xfrm>
              <a:off x="8794749" y="5347061"/>
              <a:ext cx="2040447" cy="818789"/>
            </a:xfrm>
            <a:prstGeom prst="rect">
              <a:avLst/>
            </a:prstGeom>
          </p:spPr>
        </p:pic>
      </p:grpSp>
      <p:sp>
        <p:nvSpPr>
          <p:cNvPr id="5" name="TextBox 4">
            <a:extLst>
              <a:ext uri="{FF2B5EF4-FFF2-40B4-BE49-F238E27FC236}">
                <a16:creationId xmlns:a16="http://schemas.microsoft.com/office/drawing/2014/main" id="{E7CB524E-80F8-ED05-4F66-17B306B7F0DC}"/>
              </a:ext>
            </a:extLst>
          </p:cNvPr>
          <p:cNvSpPr txBox="1"/>
          <p:nvPr/>
        </p:nvSpPr>
        <p:spPr>
          <a:xfrm>
            <a:off x="1203269" y="4948972"/>
            <a:ext cx="2005870" cy="369332"/>
          </a:xfrm>
          <a:prstGeom prst="rect">
            <a:avLst/>
          </a:prstGeom>
          <a:noFill/>
        </p:spPr>
        <p:txBody>
          <a:bodyPr wrap="none" rtlCol="0">
            <a:spAutoFit/>
          </a:bodyPr>
          <a:lstStyle/>
          <a:p>
            <a:r>
              <a:rPr lang="en-US"/>
              <a:t>Head of Train (</a:t>
            </a:r>
            <a:r>
              <a:rPr lang="en-US" err="1"/>
              <a:t>HoT</a:t>
            </a:r>
            <a:r>
              <a:rPr lang="en-US"/>
              <a:t>)</a:t>
            </a:r>
          </a:p>
        </p:txBody>
      </p:sp>
      <p:sp>
        <p:nvSpPr>
          <p:cNvPr id="7" name="TextBox 6">
            <a:extLst>
              <a:ext uri="{FF2B5EF4-FFF2-40B4-BE49-F238E27FC236}">
                <a16:creationId xmlns:a16="http://schemas.microsoft.com/office/drawing/2014/main" id="{9157826C-F04A-0958-3C4C-237975E8FB6D}"/>
              </a:ext>
            </a:extLst>
          </p:cNvPr>
          <p:cNvSpPr txBox="1"/>
          <p:nvPr/>
        </p:nvSpPr>
        <p:spPr>
          <a:xfrm>
            <a:off x="9083887" y="5035985"/>
            <a:ext cx="1833387" cy="369332"/>
          </a:xfrm>
          <a:prstGeom prst="rect">
            <a:avLst/>
          </a:prstGeom>
          <a:noFill/>
        </p:spPr>
        <p:txBody>
          <a:bodyPr wrap="none" rtlCol="0">
            <a:spAutoFit/>
          </a:bodyPr>
          <a:lstStyle/>
          <a:p>
            <a:r>
              <a:rPr lang="en-US"/>
              <a:t>End of Train (</a:t>
            </a:r>
            <a:r>
              <a:rPr lang="en-US" err="1"/>
              <a:t>EoT</a:t>
            </a:r>
            <a:r>
              <a:rPr lang="en-US"/>
              <a:t>)</a:t>
            </a:r>
          </a:p>
        </p:txBody>
      </p:sp>
    </p:spTree>
    <p:extLst>
      <p:ext uri="{BB962C8B-B14F-4D97-AF65-F5344CB8AC3E}">
        <p14:creationId xmlns:p14="http://schemas.microsoft.com/office/powerpoint/2010/main" val="1267569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E143E9-EA79-131E-B4B2-E5D55826FA9A}"/>
              </a:ext>
            </a:extLst>
          </p:cNvPr>
          <p:cNvSpPr>
            <a:spLocks noGrp="1"/>
          </p:cNvSpPr>
          <p:nvPr>
            <p:ph type="sldNum" sz="quarter" idx="12"/>
          </p:nvPr>
        </p:nvSpPr>
        <p:spPr/>
        <p:txBody>
          <a:bodyPr/>
          <a:lstStyle/>
          <a:p>
            <a:fld id="{9FEEA429-751B-49A0-AC2F-0DC1CFE330B0}" type="slidenum">
              <a:rPr lang="en-US" smtClean="0"/>
              <a:t>13</a:t>
            </a:fld>
            <a:endParaRPr lang="en-US"/>
          </a:p>
        </p:txBody>
      </p:sp>
      <p:pic>
        <p:nvPicPr>
          <p:cNvPr id="1026" name="Picture 2">
            <a:extLst>
              <a:ext uri="{FF2B5EF4-FFF2-40B4-BE49-F238E27FC236}">
                <a16:creationId xmlns:a16="http://schemas.microsoft.com/office/drawing/2014/main" id="{1BD4BACA-16A1-1F0F-14E8-153E8D4BA3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867" y="1301381"/>
            <a:ext cx="5399346" cy="30956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DC227D1-87B3-65C7-3EA5-04A285EE7EC8}"/>
              </a:ext>
            </a:extLst>
          </p:cNvPr>
          <p:cNvSpPr txBox="1"/>
          <p:nvPr/>
        </p:nvSpPr>
        <p:spPr>
          <a:xfrm>
            <a:off x="1022293" y="4724843"/>
            <a:ext cx="4822730" cy="1200329"/>
          </a:xfrm>
          <a:prstGeom prst="rect">
            <a:avLst/>
          </a:prstGeom>
          <a:noFill/>
        </p:spPr>
        <p:txBody>
          <a:bodyPr wrap="none" rtlCol="0">
            <a:spAutoFit/>
          </a:bodyPr>
          <a:lstStyle/>
          <a:p>
            <a:pPr algn="ctr"/>
            <a:r>
              <a:rPr lang="en-US"/>
              <a:t>Norfolk Southern Train Derailment (Feb 3</a:t>
            </a:r>
            <a:r>
              <a:rPr lang="en-US" baseline="30000"/>
              <a:t>rd</a:t>
            </a:r>
            <a:r>
              <a:rPr lang="en-US"/>
              <a:t>, 2023)</a:t>
            </a:r>
          </a:p>
          <a:p>
            <a:pPr algn="ctr"/>
            <a:endParaRPr lang="en-US"/>
          </a:p>
          <a:p>
            <a:pPr algn="ctr"/>
            <a:r>
              <a:rPr lang="en-US"/>
              <a:t>Derailed due to speed management issue</a:t>
            </a:r>
          </a:p>
          <a:p>
            <a:pPr algn="ctr"/>
            <a:r>
              <a:rPr lang="en-US"/>
              <a:t>Released toxic chemicals into neighboring area</a:t>
            </a:r>
          </a:p>
        </p:txBody>
      </p:sp>
      <p:sp>
        <p:nvSpPr>
          <p:cNvPr id="6" name="TextBox 5">
            <a:extLst>
              <a:ext uri="{FF2B5EF4-FFF2-40B4-BE49-F238E27FC236}">
                <a16:creationId xmlns:a16="http://schemas.microsoft.com/office/drawing/2014/main" id="{D59B2A89-B150-7FE2-3592-A5EB997E1FA9}"/>
              </a:ext>
            </a:extLst>
          </p:cNvPr>
          <p:cNvSpPr txBox="1"/>
          <p:nvPr/>
        </p:nvSpPr>
        <p:spPr>
          <a:xfrm>
            <a:off x="7047613" y="1301381"/>
            <a:ext cx="4306186" cy="2585323"/>
          </a:xfrm>
          <a:prstGeom prst="rect">
            <a:avLst/>
          </a:prstGeom>
          <a:noFill/>
        </p:spPr>
        <p:txBody>
          <a:bodyPr wrap="square" rtlCol="0">
            <a:spAutoFit/>
          </a:bodyPr>
          <a:lstStyle/>
          <a:p>
            <a:r>
              <a:rPr lang="en-US" sz="2400" b="0" i="0">
                <a:solidFill>
                  <a:srgbClr val="202122"/>
                </a:solidFill>
                <a:effectLst/>
                <a:latin typeface="Arial" panose="020B0604020202020204" pitchFamily="34" charset="0"/>
              </a:rPr>
              <a:t>“… reaction and commentary focused on industry working conditions and safety concerns, including: the </a:t>
            </a:r>
            <a:r>
              <a:rPr lang="en-US" sz="2400" b="1" i="0">
                <a:solidFill>
                  <a:srgbClr val="202122"/>
                </a:solidFill>
                <a:effectLst/>
                <a:latin typeface="Arial" panose="020B0604020202020204" pitchFamily="34" charset="0"/>
              </a:rPr>
              <a:t>lack of modern brake safety regulations</a:t>
            </a:r>
            <a:r>
              <a:rPr lang="en-US" sz="2400">
                <a:solidFill>
                  <a:srgbClr val="202122"/>
                </a:solidFill>
                <a:latin typeface="Arial" panose="020B0604020202020204" pitchFamily="34" charset="0"/>
              </a:rPr>
              <a:t>…”</a:t>
            </a:r>
          </a:p>
          <a:p>
            <a:pPr algn="r"/>
            <a:r>
              <a:rPr lang="en-US" sz="1600" i="1">
                <a:solidFill>
                  <a:srgbClr val="202122"/>
                </a:solidFill>
                <a:latin typeface="Arial" panose="020B0604020202020204" pitchFamily="34" charset="0"/>
              </a:rPr>
              <a:t>-David Sirota, The Lever</a:t>
            </a:r>
            <a:endParaRPr lang="en-US" sz="2400" i="1"/>
          </a:p>
        </p:txBody>
      </p:sp>
      <p:sp>
        <p:nvSpPr>
          <p:cNvPr id="7" name="TextBox 6">
            <a:extLst>
              <a:ext uri="{FF2B5EF4-FFF2-40B4-BE49-F238E27FC236}">
                <a16:creationId xmlns:a16="http://schemas.microsoft.com/office/drawing/2014/main" id="{DFE0F8E4-6258-F02C-393C-5DC984A58194}"/>
              </a:ext>
            </a:extLst>
          </p:cNvPr>
          <p:cNvSpPr txBox="1"/>
          <p:nvPr/>
        </p:nvSpPr>
        <p:spPr>
          <a:xfrm>
            <a:off x="6943060" y="4837814"/>
            <a:ext cx="4410739" cy="1200329"/>
          </a:xfrm>
          <a:prstGeom prst="rect">
            <a:avLst/>
          </a:prstGeom>
          <a:solidFill>
            <a:srgbClr val="C1D0E0"/>
          </a:solidFill>
          <a:ln>
            <a:solidFill>
              <a:schemeClr val="tx1"/>
            </a:solidFill>
          </a:ln>
        </p:spPr>
        <p:txBody>
          <a:bodyPr wrap="square" rtlCol="0">
            <a:spAutoFit/>
          </a:bodyPr>
          <a:lstStyle/>
          <a:p>
            <a:pPr algn="ctr"/>
            <a:r>
              <a:rPr lang="en-US" sz="2400"/>
              <a:t>Because of this, The Rail Industry is Keenly Focused on Modernizing Braking Safety Regulations</a:t>
            </a:r>
          </a:p>
        </p:txBody>
      </p:sp>
      <p:sp>
        <p:nvSpPr>
          <p:cNvPr id="3" name="Text Placeholder 1">
            <a:extLst>
              <a:ext uri="{FF2B5EF4-FFF2-40B4-BE49-F238E27FC236}">
                <a16:creationId xmlns:a16="http://schemas.microsoft.com/office/drawing/2014/main" id="{D2C820FB-980E-C0F9-050B-96D3C72168D2}"/>
              </a:ext>
            </a:extLst>
          </p:cNvPr>
          <p:cNvSpPr>
            <a:spLocks noGrp="1"/>
          </p:cNvSpPr>
          <p:nvPr>
            <p:ph type="body" sz="quarter" idx="13"/>
          </p:nvPr>
        </p:nvSpPr>
        <p:spPr>
          <a:xfrm>
            <a:off x="657225" y="104775"/>
            <a:ext cx="6591300" cy="666750"/>
          </a:xfrm>
        </p:spPr>
        <p:txBody>
          <a:bodyPr/>
          <a:lstStyle/>
          <a:p>
            <a:r>
              <a:rPr lang="en-US"/>
              <a:t>LoRa Radio Explanation</a:t>
            </a:r>
          </a:p>
        </p:txBody>
      </p:sp>
    </p:spTree>
    <p:extLst>
      <p:ext uri="{BB962C8B-B14F-4D97-AF65-F5344CB8AC3E}">
        <p14:creationId xmlns:p14="http://schemas.microsoft.com/office/powerpoint/2010/main" val="2837194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9D4900F-CFB8-4C28-4D0C-91082F3711D5}"/>
              </a:ext>
            </a:extLst>
          </p:cNvPr>
          <p:cNvSpPr>
            <a:spLocks noGrp="1"/>
          </p:cNvSpPr>
          <p:nvPr>
            <p:ph type="body" sz="quarter" idx="14"/>
          </p:nvPr>
        </p:nvSpPr>
        <p:spPr/>
        <p:txBody>
          <a:bodyPr lIns="91440" tIns="45720" rIns="91440" bIns="45720" anchor="t"/>
          <a:lstStyle/>
          <a:p>
            <a:r>
              <a:rPr lang="en-US" sz="2000"/>
              <a:t>Our Idea </a:t>
            </a:r>
          </a:p>
          <a:p>
            <a:r>
              <a:rPr lang="en-US" sz="1800"/>
              <a:t>Use Long Range (LoRa)/Internet of Things (IoT)  Meshing and Self-Healing Chipsets to Serve as Car-to-Car Radio</a:t>
            </a:r>
          </a:p>
          <a:p>
            <a:pPr lvl="1"/>
            <a:r>
              <a:rPr lang="en-US" sz="1800"/>
              <a:t>Low-Power, Wide-Area networking Protocol</a:t>
            </a:r>
          </a:p>
          <a:p>
            <a:pPr lvl="1"/>
            <a:r>
              <a:rPr lang="en-US" sz="1800"/>
              <a:t>Used for Bi-Directional Communication, End-to-End Security</a:t>
            </a:r>
          </a:p>
          <a:p>
            <a:pPr lvl="1"/>
            <a:r>
              <a:rPr lang="en-US" sz="1800"/>
              <a:t>Low Bit Rate (0.3 kbit/s to 50 kbit/s)</a:t>
            </a:r>
          </a:p>
          <a:p>
            <a:pPr lvl="1"/>
            <a:r>
              <a:rPr lang="en-US" sz="1800"/>
              <a:t>900MHz ISM Band is License-Exempt</a:t>
            </a:r>
            <a:endParaRPr lang="en-US" sz="1800">
              <a:ea typeface="Calibri"/>
              <a:cs typeface="Calibri"/>
            </a:endParaRPr>
          </a:p>
          <a:p>
            <a:pPr lvl="1"/>
            <a:endParaRPr lang="en-US" sz="1800"/>
          </a:p>
        </p:txBody>
      </p:sp>
      <p:sp>
        <p:nvSpPr>
          <p:cNvPr id="4" name="Slide Number Placeholder 3">
            <a:extLst>
              <a:ext uri="{FF2B5EF4-FFF2-40B4-BE49-F238E27FC236}">
                <a16:creationId xmlns:a16="http://schemas.microsoft.com/office/drawing/2014/main" id="{4939A297-4A5F-FAA5-55E8-7CB8426EC27F}"/>
              </a:ext>
            </a:extLst>
          </p:cNvPr>
          <p:cNvSpPr>
            <a:spLocks noGrp="1"/>
          </p:cNvSpPr>
          <p:nvPr>
            <p:ph type="sldNum" sz="quarter" idx="12"/>
          </p:nvPr>
        </p:nvSpPr>
        <p:spPr/>
        <p:txBody>
          <a:bodyPr/>
          <a:lstStyle/>
          <a:p>
            <a:fld id="{9FEEA429-751B-49A0-AC2F-0DC1CFE330B0}" type="slidenum">
              <a:rPr lang="en-US" smtClean="0"/>
              <a:t>14</a:t>
            </a:fld>
            <a:endParaRPr lang="en-US"/>
          </a:p>
        </p:txBody>
      </p:sp>
      <p:grpSp>
        <p:nvGrpSpPr>
          <p:cNvPr id="6" name="Group 5">
            <a:extLst>
              <a:ext uri="{FF2B5EF4-FFF2-40B4-BE49-F238E27FC236}">
                <a16:creationId xmlns:a16="http://schemas.microsoft.com/office/drawing/2014/main" id="{2761BE66-7AE1-B57F-9E22-322F1CACB354}"/>
              </a:ext>
            </a:extLst>
          </p:cNvPr>
          <p:cNvGrpSpPr/>
          <p:nvPr/>
        </p:nvGrpSpPr>
        <p:grpSpPr>
          <a:xfrm>
            <a:off x="1112108" y="4256515"/>
            <a:ext cx="10230321" cy="1890858"/>
            <a:chOff x="1112108" y="4022589"/>
            <a:chExt cx="10230321" cy="1890858"/>
          </a:xfrm>
        </p:grpSpPr>
        <p:grpSp>
          <p:nvGrpSpPr>
            <p:cNvPr id="7" name="Group 6">
              <a:extLst>
                <a:ext uri="{FF2B5EF4-FFF2-40B4-BE49-F238E27FC236}">
                  <a16:creationId xmlns:a16="http://schemas.microsoft.com/office/drawing/2014/main" id="{517D7A2B-4FF5-DF2A-FC70-F6389731C3B6}"/>
                </a:ext>
              </a:extLst>
            </p:cNvPr>
            <p:cNvGrpSpPr/>
            <p:nvPr/>
          </p:nvGrpSpPr>
          <p:grpSpPr>
            <a:xfrm>
              <a:off x="1112108" y="4402823"/>
              <a:ext cx="10029768" cy="911115"/>
              <a:chOff x="805428" y="5278674"/>
              <a:chExt cx="10029768" cy="911115"/>
            </a:xfrm>
          </p:grpSpPr>
          <p:pic>
            <p:nvPicPr>
              <p:cNvPr id="23" name="Picture 22">
                <a:extLst>
                  <a:ext uri="{FF2B5EF4-FFF2-40B4-BE49-F238E27FC236}">
                    <a16:creationId xmlns:a16="http://schemas.microsoft.com/office/drawing/2014/main" id="{FC01CB43-2498-608D-2CA1-C1066B385F67}"/>
                  </a:ext>
                </a:extLst>
              </p:cNvPr>
              <p:cNvPicPr>
                <a:picLocks noChangeAspect="1"/>
              </p:cNvPicPr>
              <p:nvPr/>
            </p:nvPicPr>
            <p:blipFill>
              <a:blip r:embed="rId3"/>
              <a:stretch>
                <a:fillRect/>
              </a:stretch>
            </p:blipFill>
            <p:spPr>
              <a:xfrm>
                <a:off x="805428" y="5278674"/>
                <a:ext cx="8112565" cy="911115"/>
              </a:xfrm>
              <a:prstGeom prst="rect">
                <a:avLst/>
              </a:prstGeom>
            </p:spPr>
          </p:pic>
          <p:pic>
            <p:nvPicPr>
              <p:cNvPr id="24" name="Picture 23">
                <a:extLst>
                  <a:ext uri="{FF2B5EF4-FFF2-40B4-BE49-F238E27FC236}">
                    <a16:creationId xmlns:a16="http://schemas.microsoft.com/office/drawing/2014/main" id="{520B6EA8-A582-527F-3BA9-B4BA4F469DE8}"/>
                  </a:ext>
                </a:extLst>
              </p:cNvPr>
              <p:cNvPicPr>
                <a:picLocks noChangeAspect="1"/>
              </p:cNvPicPr>
              <p:nvPr/>
            </p:nvPicPr>
            <p:blipFill>
              <a:blip r:embed="rId4"/>
              <a:srcRect l="2770"/>
              <a:stretch/>
            </p:blipFill>
            <p:spPr>
              <a:xfrm>
                <a:off x="8794749" y="5347061"/>
                <a:ext cx="2040447" cy="818789"/>
              </a:xfrm>
              <a:prstGeom prst="rect">
                <a:avLst/>
              </a:prstGeom>
            </p:spPr>
          </p:pic>
        </p:grpSp>
        <p:sp>
          <p:nvSpPr>
            <p:cNvPr id="8" name="TextBox 7">
              <a:extLst>
                <a:ext uri="{FF2B5EF4-FFF2-40B4-BE49-F238E27FC236}">
                  <a16:creationId xmlns:a16="http://schemas.microsoft.com/office/drawing/2014/main" id="{51D5C89A-FA20-245A-9072-A4B4974719F1}"/>
                </a:ext>
              </a:extLst>
            </p:cNvPr>
            <p:cNvSpPr txBox="1"/>
            <p:nvPr/>
          </p:nvSpPr>
          <p:spPr>
            <a:xfrm>
              <a:off x="3485894" y="5544115"/>
              <a:ext cx="5220212" cy="369332"/>
            </a:xfrm>
            <a:prstGeom prst="rect">
              <a:avLst/>
            </a:prstGeom>
            <a:noFill/>
          </p:spPr>
          <p:txBody>
            <a:bodyPr wrap="none" lIns="91440" tIns="45720" rIns="91440" bIns="45720" rtlCol="0" anchor="t">
              <a:spAutoFit/>
            </a:bodyPr>
            <a:lstStyle/>
            <a:p>
              <a:r>
                <a:rPr lang="en-US"/>
                <a:t>Braking-Force Propagation From Each Locomotive/Car</a:t>
              </a:r>
            </a:p>
          </p:txBody>
        </p:sp>
        <p:pic>
          <p:nvPicPr>
            <p:cNvPr id="9" name="Picture 2" descr="Antenna Vector Art, Icons, and Graphics for Free Download">
              <a:extLst>
                <a:ext uri="{FF2B5EF4-FFF2-40B4-BE49-F238E27FC236}">
                  <a16:creationId xmlns:a16="http://schemas.microsoft.com/office/drawing/2014/main" id="{218907BB-10C0-FFD5-DF98-5AADF6D8C2D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36872" y="4104393"/>
              <a:ext cx="707397" cy="56591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Antenna Vector Art, Icons, and Graphics for Free Download">
              <a:extLst>
                <a:ext uri="{FF2B5EF4-FFF2-40B4-BE49-F238E27FC236}">
                  <a16:creationId xmlns:a16="http://schemas.microsoft.com/office/drawing/2014/main" id="{CA4127B2-C750-60F4-398C-9CB0C5FAE4F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5032" y="4022589"/>
              <a:ext cx="707397" cy="565918"/>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00BA85B9-90A6-5B7A-CB87-55ADE5E0BC24}"/>
                </a:ext>
              </a:extLst>
            </p:cNvPr>
            <p:cNvCxnSpPr>
              <a:cxnSpLocks/>
            </p:cNvCxnSpPr>
            <p:nvPr/>
          </p:nvCxnSpPr>
          <p:spPr>
            <a:xfrm>
              <a:off x="3444269" y="4210493"/>
              <a:ext cx="1117098" cy="0"/>
            </a:xfrm>
            <a:prstGeom prst="straightConnector1">
              <a:avLst/>
            </a:prstGeom>
            <a:ln w="19050">
              <a:prstDash val="dash"/>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2" name="Picture 2" descr="Antenna Vector Art, Icons, and Graphics for Free Download">
              <a:extLst>
                <a:ext uri="{FF2B5EF4-FFF2-40B4-BE49-F238E27FC236}">
                  <a16:creationId xmlns:a16="http://schemas.microsoft.com/office/drawing/2014/main" id="{91CE0D2B-D8BE-D90A-9C0C-11B240C2525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61367" y="4097117"/>
              <a:ext cx="707397" cy="565918"/>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47A4243C-FB2F-4345-B580-58840693F6CC}"/>
                </a:ext>
              </a:extLst>
            </p:cNvPr>
            <p:cNvCxnSpPr>
              <a:cxnSpLocks/>
            </p:cNvCxnSpPr>
            <p:nvPr/>
          </p:nvCxnSpPr>
          <p:spPr>
            <a:xfrm>
              <a:off x="5268764" y="4203217"/>
              <a:ext cx="1117098" cy="0"/>
            </a:xfrm>
            <a:prstGeom prst="straightConnector1">
              <a:avLst/>
            </a:prstGeom>
            <a:ln w="19050">
              <a:prstDash val="dash"/>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4" name="Picture 2" descr="Antenna Vector Art, Icons, and Graphics for Free Download">
              <a:extLst>
                <a:ext uri="{FF2B5EF4-FFF2-40B4-BE49-F238E27FC236}">
                  <a16:creationId xmlns:a16="http://schemas.microsoft.com/office/drawing/2014/main" id="{159E6A31-61B5-7D2D-02E2-CB9E99D88F8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67276" y="4097117"/>
              <a:ext cx="707397" cy="565918"/>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Arrow Connector 14">
              <a:extLst>
                <a:ext uri="{FF2B5EF4-FFF2-40B4-BE49-F238E27FC236}">
                  <a16:creationId xmlns:a16="http://schemas.microsoft.com/office/drawing/2014/main" id="{016F3DC9-A04E-4752-7F1C-4E6101DE00B0}"/>
                </a:ext>
              </a:extLst>
            </p:cNvPr>
            <p:cNvCxnSpPr>
              <a:cxnSpLocks/>
            </p:cNvCxnSpPr>
            <p:nvPr/>
          </p:nvCxnSpPr>
          <p:spPr>
            <a:xfrm>
              <a:off x="7174673" y="4203217"/>
              <a:ext cx="1117098" cy="0"/>
            </a:xfrm>
            <a:prstGeom prst="straightConnector1">
              <a:avLst/>
            </a:prstGeom>
            <a:ln w="19050">
              <a:prstDash val="dash"/>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6" name="Picture 2" descr="Antenna Vector Art, Icons, and Graphics for Free Download">
              <a:extLst>
                <a:ext uri="{FF2B5EF4-FFF2-40B4-BE49-F238E27FC236}">
                  <a16:creationId xmlns:a16="http://schemas.microsoft.com/office/drawing/2014/main" id="{F120113E-D57A-79E4-4299-128FF7627C5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89233" y="4062538"/>
              <a:ext cx="707397" cy="565918"/>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Arrow Connector 16">
              <a:extLst>
                <a:ext uri="{FF2B5EF4-FFF2-40B4-BE49-F238E27FC236}">
                  <a16:creationId xmlns:a16="http://schemas.microsoft.com/office/drawing/2014/main" id="{E73570DE-6DFA-8617-3091-574C6D4087F4}"/>
                </a:ext>
              </a:extLst>
            </p:cNvPr>
            <p:cNvCxnSpPr>
              <a:cxnSpLocks/>
            </p:cNvCxnSpPr>
            <p:nvPr/>
          </p:nvCxnSpPr>
          <p:spPr>
            <a:xfrm>
              <a:off x="9096630" y="4210493"/>
              <a:ext cx="1496048" cy="0"/>
            </a:xfrm>
            <a:prstGeom prst="straightConnector1">
              <a:avLst/>
            </a:prstGeom>
            <a:ln w="19050">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B4F1683-F5DA-D628-FBBE-EBE7034FBB30}"/>
                </a:ext>
              </a:extLst>
            </p:cNvPr>
            <p:cNvCxnSpPr>
              <a:cxnSpLocks/>
            </p:cNvCxnSpPr>
            <p:nvPr/>
          </p:nvCxnSpPr>
          <p:spPr>
            <a:xfrm>
              <a:off x="3391106" y="5393315"/>
              <a:ext cx="1680624"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86EF6D3-4FF5-95B1-6DB9-220B8D7E54DD}"/>
                </a:ext>
              </a:extLst>
            </p:cNvPr>
            <p:cNvCxnSpPr>
              <a:cxnSpLocks/>
            </p:cNvCxnSpPr>
            <p:nvPr/>
          </p:nvCxnSpPr>
          <p:spPr>
            <a:xfrm>
              <a:off x="5289926" y="5393315"/>
              <a:ext cx="1680624"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7924109-95F8-4E01-8A22-34080C16B69A}"/>
                </a:ext>
              </a:extLst>
            </p:cNvPr>
            <p:cNvCxnSpPr>
              <a:cxnSpLocks/>
            </p:cNvCxnSpPr>
            <p:nvPr/>
          </p:nvCxnSpPr>
          <p:spPr>
            <a:xfrm>
              <a:off x="7292536" y="5393315"/>
              <a:ext cx="1680624"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72B27AE-CF1B-B6CE-6399-00C2CD3B4EAB}"/>
                </a:ext>
              </a:extLst>
            </p:cNvPr>
            <p:cNvCxnSpPr>
              <a:cxnSpLocks/>
            </p:cNvCxnSpPr>
            <p:nvPr/>
          </p:nvCxnSpPr>
          <p:spPr>
            <a:xfrm>
              <a:off x="9281340" y="5393315"/>
              <a:ext cx="1680624"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A672920-D022-000E-9776-D1EF90937872}"/>
                </a:ext>
              </a:extLst>
            </p:cNvPr>
            <p:cNvCxnSpPr>
              <a:cxnSpLocks/>
            </p:cNvCxnSpPr>
            <p:nvPr/>
          </p:nvCxnSpPr>
          <p:spPr>
            <a:xfrm>
              <a:off x="1452478" y="5393315"/>
              <a:ext cx="1680624"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25" name="Straight Arrow Connector 24">
            <a:extLst>
              <a:ext uri="{FF2B5EF4-FFF2-40B4-BE49-F238E27FC236}">
                <a16:creationId xmlns:a16="http://schemas.microsoft.com/office/drawing/2014/main" id="{275D806C-284B-BE30-7F1A-A05E3AD17CC7}"/>
              </a:ext>
            </a:extLst>
          </p:cNvPr>
          <p:cNvCxnSpPr>
            <a:cxnSpLocks/>
          </p:cNvCxnSpPr>
          <p:nvPr/>
        </p:nvCxnSpPr>
        <p:spPr>
          <a:xfrm>
            <a:off x="2344848" y="4108142"/>
            <a:ext cx="388473" cy="218782"/>
          </a:xfrm>
          <a:prstGeom prst="straightConnector1">
            <a:avLst/>
          </a:prstGeom>
          <a:ln w="19050">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Cloud 26">
            <a:extLst>
              <a:ext uri="{FF2B5EF4-FFF2-40B4-BE49-F238E27FC236}">
                <a16:creationId xmlns:a16="http://schemas.microsoft.com/office/drawing/2014/main" id="{C2D7C0FB-6CC9-2800-643B-DFA4E50E1DF3}"/>
              </a:ext>
            </a:extLst>
          </p:cNvPr>
          <p:cNvSpPr/>
          <p:nvPr/>
        </p:nvSpPr>
        <p:spPr>
          <a:xfrm>
            <a:off x="995277" y="3433216"/>
            <a:ext cx="1510325" cy="758538"/>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IP Backhaul</a:t>
            </a:r>
          </a:p>
        </p:txBody>
      </p:sp>
      <p:sp>
        <p:nvSpPr>
          <p:cNvPr id="30" name="TextBox 29">
            <a:extLst>
              <a:ext uri="{FF2B5EF4-FFF2-40B4-BE49-F238E27FC236}">
                <a16:creationId xmlns:a16="http://schemas.microsoft.com/office/drawing/2014/main" id="{9FD9CA4F-26CA-487D-5DA6-41171D45A3F1}"/>
              </a:ext>
            </a:extLst>
          </p:cNvPr>
          <p:cNvSpPr txBox="1"/>
          <p:nvPr/>
        </p:nvSpPr>
        <p:spPr>
          <a:xfrm>
            <a:off x="3387544" y="3964429"/>
            <a:ext cx="7077963" cy="307777"/>
          </a:xfrm>
          <a:prstGeom prst="rect">
            <a:avLst/>
          </a:prstGeom>
          <a:noFill/>
        </p:spPr>
        <p:txBody>
          <a:bodyPr wrap="none" rtlCol="0">
            <a:spAutoFit/>
          </a:bodyPr>
          <a:lstStyle/>
          <a:p>
            <a:r>
              <a:rPr lang="en-US" sz="1400"/>
              <a:t>IoT Relays on Each Car, One IP Backhaul to Communicate with Scheduling and Servicing Depots</a:t>
            </a:r>
          </a:p>
        </p:txBody>
      </p:sp>
      <p:pic>
        <p:nvPicPr>
          <p:cNvPr id="1026" name="Picture 2" descr="Mesh Topology Diagram Maker: Mapping ...">
            <a:extLst>
              <a:ext uri="{FF2B5EF4-FFF2-40B4-BE49-F238E27FC236}">
                <a16:creationId xmlns:a16="http://schemas.microsoft.com/office/drawing/2014/main" id="{0DD62AE4-7D3D-A40C-9B7D-0D4689F2B7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77348" y="2023100"/>
            <a:ext cx="2619375" cy="1743075"/>
          </a:xfrm>
          <a:prstGeom prst="rect">
            <a:avLst/>
          </a:prstGeom>
          <a:noFill/>
          <a:extLst>
            <a:ext uri="{909E8E84-426E-40DD-AFC4-6F175D3DCCD1}">
              <a14:hiddenFill xmlns:a14="http://schemas.microsoft.com/office/drawing/2010/main">
                <a:solidFill>
                  <a:srgbClr val="FFFFFF"/>
                </a:solidFill>
              </a14:hiddenFill>
            </a:ext>
          </a:extLst>
        </p:spPr>
      </p:pic>
      <p:sp>
        <p:nvSpPr>
          <p:cNvPr id="26" name="Text Placeholder 1">
            <a:extLst>
              <a:ext uri="{FF2B5EF4-FFF2-40B4-BE49-F238E27FC236}">
                <a16:creationId xmlns:a16="http://schemas.microsoft.com/office/drawing/2014/main" id="{DBE3BDB1-7E34-B845-C23F-F1A7D80DC671}"/>
              </a:ext>
            </a:extLst>
          </p:cNvPr>
          <p:cNvSpPr>
            <a:spLocks noGrp="1"/>
          </p:cNvSpPr>
          <p:nvPr>
            <p:ph type="body" sz="quarter" idx="13"/>
          </p:nvPr>
        </p:nvSpPr>
        <p:spPr>
          <a:xfrm>
            <a:off x="657225" y="104775"/>
            <a:ext cx="6591300" cy="666750"/>
          </a:xfrm>
        </p:spPr>
        <p:txBody>
          <a:bodyPr/>
          <a:lstStyle/>
          <a:p>
            <a:r>
              <a:rPr lang="en-US"/>
              <a:t>LoRa Radio Explanation</a:t>
            </a:r>
          </a:p>
        </p:txBody>
      </p:sp>
    </p:spTree>
    <p:extLst>
      <p:ext uri="{BB962C8B-B14F-4D97-AF65-F5344CB8AC3E}">
        <p14:creationId xmlns:p14="http://schemas.microsoft.com/office/powerpoint/2010/main" val="3088244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18EFB1-50C9-3A0B-ACBE-8054754C4E34}"/>
              </a:ext>
            </a:extLst>
          </p:cNvPr>
          <p:cNvSpPr>
            <a:spLocks noGrp="1"/>
          </p:cNvSpPr>
          <p:nvPr>
            <p:ph type="sldNum" sz="quarter" idx="12"/>
          </p:nvPr>
        </p:nvSpPr>
        <p:spPr/>
        <p:txBody>
          <a:bodyPr/>
          <a:lstStyle/>
          <a:p>
            <a:fld id="{9FEEA429-751B-49A0-AC2F-0DC1CFE330B0}" type="slidenum">
              <a:rPr lang="en-US" smtClean="0"/>
              <a:t>15</a:t>
            </a:fld>
            <a:endParaRPr lang="en-US"/>
          </a:p>
        </p:txBody>
      </p:sp>
      <p:sp>
        <p:nvSpPr>
          <p:cNvPr id="13" name="TextBox 12">
            <a:extLst>
              <a:ext uri="{FF2B5EF4-FFF2-40B4-BE49-F238E27FC236}">
                <a16:creationId xmlns:a16="http://schemas.microsoft.com/office/drawing/2014/main" id="{65DA015B-0CDB-35F2-A67B-25AB772A3EBF}"/>
              </a:ext>
            </a:extLst>
          </p:cNvPr>
          <p:cNvSpPr txBox="1"/>
          <p:nvPr/>
        </p:nvSpPr>
        <p:spPr>
          <a:xfrm>
            <a:off x="2214586" y="2986330"/>
            <a:ext cx="813043" cy="338554"/>
          </a:xfrm>
          <a:prstGeom prst="rect">
            <a:avLst/>
          </a:prstGeom>
          <a:noFill/>
        </p:spPr>
        <p:txBody>
          <a:bodyPr wrap="none" rtlCol="0">
            <a:spAutoFit/>
          </a:bodyPr>
          <a:lstStyle/>
          <a:p>
            <a:r>
              <a:rPr lang="en-US" sz="1600"/>
              <a:t>Rail Car</a:t>
            </a:r>
          </a:p>
        </p:txBody>
      </p:sp>
      <p:grpSp>
        <p:nvGrpSpPr>
          <p:cNvPr id="3" name="Group 2">
            <a:extLst>
              <a:ext uri="{FF2B5EF4-FFF2-40B4-BE49-F238E27FC236}">
                <a16:creationId xmlns:a16="http://schemas.microsoft.com/office/drawing/2014/main" id="{59EAE0BA-FA89-07BD-6E02-EF6719E2AD5A}"/>
              </a:ext>
            </a:extLst>
          </p:cNvPr>
          <p:cNvGrpSpPr/>
          <p:nvPr/>
        </p:nvGrpSpPr>
        <p:grpSpPr>
          <a:xfrm>
            <a:off x="1248746" y="961347"/>
            <a:ext cx="8535334" cy="2363537"/>
            <a:chOff x="381047" y="917728"/>
            <a:chExt cx="9668300" cy="3100330"/>
          </a:xfrm>
        </p:grpSpPr>
        <p:pic>
          <p:nvPicPr>
            <p:cNvPr id="7170" name="Picture 2" descr="undefined">
              <a:extLst>
                <a:ext uri="{FF2B5EF4-FFF2-40B4-BE49-F238E27FC236}">
                  <a16:creationId xmlns:a16="http://schemas.microsoft.com/office/drawing/2014/main" id="{3116A4A9-5051-E79B-C24B-DC1A9F04F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519" y="917728"/>
              <a:ext cx="9032828" cy="310033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9D4A38CE-5BDC-C9AB-5CC7-F4FBDA26CA02}"/>
                </a:ext>
              </a:extLst>
            </p:cNvPr>
            <p:cNvCxnSpPr>
              <a:cxnSpLocks/>
            </p:cNvCxnSpPr>
            <p:nvPr/>
          </p:nvCxnSpPr>
          <p:spPr>
            <a:xfrm>
              <a:off x="3273411" y="3439551"/>
              <a:ext cx="637686"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5D2488B-27D7-15FC-380C-DE393E07575F}"/>
                </a:ext>
              </a:extLst>
            </p:cNvPr>
            <p:cNvSpPr txBox="1"/>
            <p:nvPr/>
          </p:nvSpPr>
          <p:spPr>
            <a:xfrm>
              <a:off x="3248222" y="3439551"/>
              <a:ext cx="688064" cy="369332"/>
            </a:xfrm>
            <a:prstGeom prst="rect">
              <a:avLst/>
            </a:prstGeom>
            <a:noFill/>
          </p:spPr>
          <p:txBody>
            <a:bodyPr wrap="square" rtlCol="0">
              <a:spAutoFit/>
            </a:bodyPr>
            <a:lstStyle/>
            <a:p>
              <a:pPr algn="ctr"/>
              <a:r>
                <a:rPr lang="en-US"/>
                <a:t>1...1</a:t>
              </a:r>
            </a:p>
          </p:txBody>
        </p:sp>
        <p:sp>
          <p:nvSpPr>
            <p:cNvPr id="14" name="TextBox 13">
              <a:extLst>
                <a:ext uri="{FF2B5EF4-FFF2-40B4-BE49-F238E27FC236}">
                  <a16:creationId xmlns:a16="http://schemas.microsoft.com/office/drawing/2014/main" id="{8CCD8054-5126-98FB-EB7C-AA0426FEF111}"/>
                </a:ext>
              </a:extLst>
            </p:cNvPr>
            <p:cNvSpPr txBox="1"/>
            <p:nvPr/>
          </p:nvSpPr>
          <p:spPr>
            <a:xfrm>
              <a:off x="4429923" y="3670383"/>
              <a:ext cx="1497526" cy="338554"/>
            </a:xfrm>
            <a:prstGeom prst="rect">
              <a:avLst/>
            </a:prstGeom>
            <a:noFill/>
          </p:spPr>
          <p:txBody>
            <a:bodyPr wrap="none" rtlCol="0">
              <a:spAutoFit/>
            </a:bodyPr>
            <a:lstStyle/>
            <a:p>
              <a:r>
                <a:rPr lang="en-US" sz="1600" err="1"/>
                <a:t>HoT</a:t>
              </a:r>
              <a:r>
                <a:rPr lang="en-US" sz="1600"/>
                <a:t> IP Gateway</a:t>
              </a:r>
            </a:p>
          </p:txBody>
        </p:sp>
        <p:sp>
          <p:nvSpPr>
            <p:cNvPr id="15" name="TextBox 14">
              <a:extLst>
                <a:ext uri="{FF2B5EF4-FFF2-40B4-BE49-F238E27FC236}">
                  <a16:creationId xmlns:a16="http://schemas.microsoft.com/office/drawing/2014/main" id="{62096EDC-BDAE-C182-6892-E55D1D1F300C}"/>
                </a:ext>
              </a:extLst>
            </p:cNvPr>
            <p:cNvSpPr txBox="1"/>
            <p:nvPr/>
          </p:nvSpPr>
          <p:spPr>
            <a:xfrm>
              <a:off x="7248525" y="3027190"/>
              <a:ext cx="2199385" cy="338554"/>
            </a:xfrm>
            <a:prstGeom prst="rect">
              <a:avLst/>
            </a:prstGeom>
            <a:noFill/>
          </p:spPr>
          <p:txBody>
            <a:bodyPr wrap="none" rtlCol="0">
              <a:spAutoFit/>
            </a:bodyPr>
            <a:lstStyle/>
            <a:p>
              <a:r>
                <a:rPr lang="en-US" sz="1600"/>
                <a:t>Client Depot at Dispatch</a:t>
              </a:r>
            </a:p>
          </p:txBody>
        </p:sp>
        <p:sp>
          <p:nvSpPr>
            <p:cNvPr id="28" name="Arrow: Curved Right 27">
              <a:extLst>
                <a:ext uri="{FF2B5EF4-FFF2-40B4-BE49-F238E27FC236}">
                  <a16:creationId xmlns:a16="http://schemas.microsoft.com/office/drawing/2014/main" id="{CA5F7C5D-50BB-7DA7-80EC-9678799B8CE7}"/>
                </a:ext>
              </a:extLst>
            </p:cNvPr>
            <p:cNvSpPr/>
            <p:nvPr/>
          </p:nvSpPr>
          <p:spPr>
            <a:xfrm>
              <a:off x="725079" y="2050324"/>
              <a:ext cx="288108" cy="835138"/>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TextBox 28">
              <a:extLst>
                <a:ext uri="{FF2B5EF4-FFF2-40B4-BE49-F238E27FC236}">
                  <a16:creationId xmlns:a16="http://schemas.microsoft.com/office/drawing/2014/main" id="{C074BF22-222B-45D2-2E8F-D11C86DAAB10}"/>
                </a:ext>
              </a:extLst>
            </p:cNvPr>
            <p:cNvSpPr txBox="1"/>
            <p:nvPr/>
          </p:nvSpPr>
          <p:spPr>
            <a:xfrm>
              <a:off x="381047" y="2908141"/>
              <a:ext cx="688064" cy="369332"/>
            </a:xfrm>
            <a:prstGeom prst="rect">
              <a:avLst/>
            </a:prstGeom>
            <a:noFill/>
          </p:spPr>
          <p:txBody>
            <a:bodyPr wrap="square" rtlCol="0">
              <a:spAutoFit/>
            </a:bodyPr>
            <a:lstStyle/>
            <a:p>
              <a:pPr algn="ctr"/>
              <a:r>
                <a:rPr lang="en-US"/>
                <a:t>*...1</a:t>
              </a:r>
            </a:p>
          </p:txBody>
        </p:sp>
      </p:grpSp>
      <p:sp>
        <p:nvSpPr>
          <p:cNvPr id="7" name="TextBox 6">
            <a:extLst>
              <a:ext uri="{FF2B5EF4-FFF2-40B4-BE49-F238E27FC236}">
                <a16:creationId xmlns:a16="http://schemas.microsoft.com/office/drawing/2014/main" id="{070BD5EE-03B3-E633-0937-37379C8B8888}"/>
              </a:ext>
            </a:extLst>
          </p:cNvPr>
          <p:cNvSpPr txBox="1"/>
          <p:nvPr/>
        </p:nvSpPr>
        <p:spPr>
          <a:xfrm>
            <a:off x="1335024" y="3602737"/>
            <a:ext cx="8348472" cy="1600438"/>
          </a:xfrm>
          <a:prstGeom prst="rect">
            <a:avLst/>
          </a:prstGeom>
          <a:noFill/>
        </p:spPr>
        <p:txBody>
          <a:bodyPr wrap="square">
            <a:spAutoFit/>
          </a:bodyPr>
          <a:lstStyle/>
          <a:p>
            <a:r>
              <a:rPr lang="en-US"/>
              <a:t>End Goal – Develop a Ruggedized, Low Power Meshing Radio to:</a:t>
            </a:r>
          </a:p>
          <a:p>
            <a:pPr lvl="1"/>
            <a:r>
              <a:rPr lang="en-US" sz="1600" b="1"/>
              <a:t>Actuate a Pneumatic Valve for Braking</a:t>
            </a:r>
          </a:p>
          <a:p>
            <a:pPr lvl="1"/>
            <a:r>
              <a:rPr lang="en-US" sz="1600"/>
              <a:t>Sort Mesh Network to Communicate </a:t>
            </a:r>
            <a:r>
              <a:rPr lang="en-US" sz="1600" err="1"/>
              <a:t>HoT</a:t>
            </a:r>
            <a:r>
              <a:rPr lang="en-US" sz="1600"/>
              <a:t>/</a:t>
            </a:r>
            <a:r>
              <a:rPr lang="en-US" sz="1600" err="1"/>
              <a:t>EoT</a:t>
            </a:r>
            <a:endParaRPr lang="en-US" sz="1600"/>
          </a:p>
          <a:p>
            <a:pPr lvl="1"/>
            <a:r>
              <a:rPr lang="en-US" sz="1600"/>
              <a:t>Implement Low-Power Consumption/Standby Mode</a:t>
            </a:r>
          </a:p>
          <a:p>
            <a:pPr lvl="1"/>
            <a:r>
              <a:rPr lang="en-US" sz="1600"/>
              <a:t>Log Connected Neighbors, GPS Location, Time</a:t>
            </a:r>
          </a:p>
          <a:p>
            <a:pPr lvl="1"/>
            <a:r>
              <a:rPr lang="en-US" sz="1600"/>
              <a:t>Implement IP Backhaul for Log Offload, Health and Status (CBIT Status, Power Level)</a:t>
            </a:r>
          </a:p>
        </p:txBody>
      </p:sp>
      <p:sp>
        <p:nvSpPr>
          <p:cNvPr id="8" name="Text Placeholder 1">
            <a:extLst>
              <a:ext uri="{FF2B5EF4-FFF2-40B4-BE49-F238E27FC236}">
                <a16:creationId xmlns:a16="http://schemas.microsoft.com/office/drawing/2014/main" id="{30CD74DB-8056-D2E3-CAFC-AD116D1AAFE5}"/>
              </a:ext>
            </a:extLst>
          </p:cNvPr>
          <p:cNvSpPr>
            <a:spLocks noGrp="1"/>
          </p:cNvSpPr>
          <p:nvPr>
            <p:ph type="body" sz="quarter" idx="13"/>
          </p:nvPr>
        </p:nvSpPr>
        <p:spPr>
          <a:xfrm>
            <a:off x="657225" y="104775"/>
            <a:ext cx="6591300" cy="666750"/>
          </a:xfrm>
        </p:spPr>
        <p:txBody>
          <a:bodyPr/>
          <a:lstStyle/>
          <a:p>
            <a:r>
              <a:rPr lang="en-US"/>
              <a:t>LoRa Radio Explanation</a:t>
            </a:r>
          </a:p>
        </p:txBody>
      </p:sp>
    </p:spTree>
    <p:extLst>
      <p:ext uri="{BB962C8B-B14F-4D97-AF65-F5344CB8AC3E}">
        <p14:creationId xmlns:p14="http://schemas.microsoft.com/office/powerpoint/2010/main" val="2143629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D8636-C183-2662-8CBF-A754DC1E68A1}"/>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FE25A281-0EB5-D9F1-E674-42359426E04B}"/>
              </a:ext>
            </a:extLst>
          </p:cNvPr>
          <p:cNvSpPr/>
          <p:nvPr/>
        </p:nvSpPr>
        <p:spPr>
          <a:xfrm>
            <a:off x="11411712" y="100584"/>
            <a:ext cx="640080" cy="64008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a:ln w="0"/>
                <a:solidFill>
                  <a:schemeClr val="accent1"/>
                </a:solidFill>
                <a:effectLst>
                  <a:outerShdw blurRad="38100" dist="25400" dir="5400000" algn="ctr" rotWithShape="0">
                    <a:srgbClr val="6E747A">
                      <a:alpha val="43000"/>
                    </a:srgbClr>
                  </a:outerShdw>
                </a:effectLst>
              </a:rPr>
              <a:t>4</a:t>
            </a:r>
          </a:p>
        </p:txBody>
      </p:sp>
      <p:sp>
        <p:nvSpPr>
          <p:cNvPr id="3" name="TextBox 2">
            <a:extLst>
              <a:ext uri="{FF2B5EF4-FFF2-40B4-BE49-F238E27FC236}">
                <a16:creationId xmlns:a16="http://schemas.microsoft.com/office/drawing/2014/main" id="{7BB6F8E3-C5B0-EA2D-28F4-2213A254343D}"/>
              </a:ext>
            </a:extLst>
          </p:cNvPr>
          <p:cNvSpPr txBox="1"/>
          <p:nvPr/>
        </p:nvSpPr>
        <p:spPr>
          <a:xfrm>
            <a:off x="2109216" y="1764792"/>
            <a:ext cx="7973568" cy="769441"/>
          </a:xfrm>
          <a:prstGeom prst="rect">
            <a:avLst/>
          </a:prstGeom>
          <a:noFill/>
        </p:spPr>
        <p:txBody>
          <a:bodyPr wrap="square" rtlCol="0">
            <a:spAutoFit/>
          </a:bodyPr>
          <a:lstStyle/>
          <a:p>
            <a:pPr algn="ctr"/>
            <a:r>
              <a:rPr lang="en-US" sz="4400" b="1">
                <a:solidFill>
                  <a:schemeClr val="bg1"/>
                </a:solidFill>
                <a:latin typeface="+mj-lt"/>
              </a:rPr>
              <a:t>Hackathon Logistics</a:t>
            </a:r>
          </a:p>
        </p:txBody>
      </p:sp>
    </p:spTree>
    <p:extLst>
      <p:ext uri="{BB962C8B-B14F-4D97-AF65-F5344CB8AC3E}">
        <p14:creationId xmlns:p14="http://schemas.microsoft.com/office/powerpoint/2010/main" val="3014055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FC902-E8A7-D468-AA05-CD9887A1AE6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5A00963-43C8-0F4E-0E68-409BCF05B4FC}"/>
              </a:ext>
            </a:extLst>
          </p:cNvPr>
          <p:cNvSpPr>
            <a:spLocks noGrp="1"/>
          </p:cNvSpPr>
          <p:nvPr>
            <p:ph type="body" sz="quarter" idx="13"/>
          </p:nvPr>
        </p:nvSpPr>
        <p:spPr>
          <a:xfrm>
            <a:off x="657224" y="104775"/>
            <a:ext cx="9849232" cy="666750"/>
          </a:xfrm>
        </p:spPr>
        <p:txBody>
          <a:bodyPr/>
          <a:lstStyle/>
          <a:p>
            <a:r>
              <a:rPr lang="en-US"/>
              <a:t>Hackathon Necessary Resources and Technology </a:t>
            </a:r>
          </a:p>
        </p:txBody>
      </p:sp>
      <p:sp>
        <p:nvSpPr>
          <p:cNvPr id="4" name="Text Placeholder 3">
            <a:extLst>
              <a:ext uri="{FF2B5EF4-FFF2-40B4-BE49-F238E27FC236}">
                <a16:creationId xmlns:a16="http://schemas.microsoft.com/office/drawing/2014/main" id="{006CDBFA-8692-0095-B550-9B7EDCE95696}"/>
              </a:ext>
            </a:extLst>
          </p:cNvPr>
          <p:cNvSpPr>
            <a:spLocks noGrp="1"/>
          </p:cNvSpPr>
          <p:nvPr>
            <p:ph type="body" sz="quarter" idx="14"/>
          </p:nvPr>
        </p:nvSpPr>
        <p:spPr>
          <a:xfrm>
            <a:off x="544449" y="1005840"/>
            <a:ext cx="10766425" cy="5146929"/>
          </a:xfrm>
        </p:spPr>
        <p:txBody>
          <a:bodyPr lIns="91440" tIns="45720" rIns="91440" bIns="45720" anchor="t"/>
          <a:lstStyle/>
          <a:p>
            <a:pPr marL="0" indent="0">
              <a:buNone/>
            </a:pPr>
            <a:r>
              <a:rPr lang="en-US" sz="2400" b="1"/>
              <a:t>1. Submission Requirements</a:t>
            </a:r>
          </a:p>
          <a:p>
            <a:r>
              <a:rPr lang="en-US" sz="2400" b="1"/>
              <a:t>Computer with Internet access and basic software engineering tools</a:t>
            </a:r>
          </a:p>
          <a:p>
            <a:pPr lvl="1"/>
            <a:r>
              <a:rPr lang="en-US" sz="2000" b="1">
                <a:ea typeface="Calibri"/>
                <a:cs typeface="Calibri"/>
              </a:rPr>
              <a:t>Git</a:t>
            </a:r>
          </a:p>
          <a:p>
            <a:pPr lvl="1"/>
            <a:r>
              <a:rPr lang="en-US" sz="2000" b="1">
                <a:ea typeface="Calibri"/>
                <a:cs typeface="Calibri"/>
              </a:rPr>
              <a:t>Text Editor</a:t>
            </a:r>
          </a:p>
          <a:p>
            <a:pPr lvl="1"/>
            <a:r>
              <a:rPr lang="en-US" sz="2000" b="1">
                <a:ea typeface="Calibri"/>
                <a:cs typeface="Calibri"/>
              </a:rPr>
              <a:t>Compiler tools (if compiled) </a:t>
            </a:r>
          </a:p>
          <a:p>
            <a:r>
              <a:rPr lang="en-US" sz="2400" b="1"/>
              <a:t>Ability to record a video demonstration</a:t>
            </a:r>
          </a:p>
          <a:p>
            <a:pPr lvl="1">
              <a:buFontTx/>
              <a:buChar char="-"/>
            </a:pPr>
            <a:r>
              <a:rPr lang="en-US"/>
              <a:t>Recommendation: record a zoom meeting. </a:t>
            </a:r>
          </a:p>
          <a:p>
            <a:r>
              <a:rPr lang="en-US" sz="2400" b="1"/>
              <a:t>Access to a YouTube account where you can upload your video submission and provide a link. </a:t>
            </a:r>
          </a:p>
          <a:p>
            <a:pPr lvl="1"/>
            <a:r>
              <a:rPr lang="en-US"/>
              <a:t>Video demonstration must be in this format.</a:t>
            </a:r>
            <a:endParaRPr lang="en-US">
              <a:ea typeface="Calibri" panose="020F0502020204030204"/>
              <a:cs typeface="Calibri" panose="020F0502020204030204"/>
            </a:endParaRPr>
          </a:p>
          <a:p>
            <a:endParaRPr lang="en-US">
              <a:ea typeface="Calibri" panose="020F0502020204030204"/>
              <a:cs typeface="Calibri" panose="020F0502020204030204"/>
            </a:endParaRPr>
          </a:p>
        </p:txBody>
      </p:sp>
    </p:spTree>
    <p:extLst>
      <p:ext uri="{BB962C8B-B14F-4D97-AF65-F5344CB8AC3E}">
        <p14:creationId xmlns:p14="http://schemas.microsoft.com/office/powerpoint/2010/main" val="2005274610"/>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327CAE8-F380-835A-F264-673F7103B122}"/>
              </a:ext>
            </a:extLst>
          </p:cNvPr>
          <p:cNvGraphicFramePr>
            <a:graphicFrameLocks noGrp="1"/>
          </p:cNvGraphicFramePr>
          <p:nvPr>
            <p:extLst>
              <p:ext uri="{D42A27DB-BD31-4B8C-83A1-F6EECF244321}">
                <p14:modId xmlns:p14="http://schemas.microsoft.com/office/powerpoint/2010/main" val="1880409027"/>
              </p:ext>
            </p:extLst>
          </p:nvPr>
        </p:nvGraphicFramePr>
        <p:xfrm>
          <a:off x="266699" y="647065"/>
          <a:ext cx="11658601" cy="5563870"/>
        </p:xfrm>
        <a:graphic>
          <a:graphicData uri="http://schemas.openxmlformats.org/drawingml/2006/table">
            <a:tbl>
              <a:tblPr firstRow="1" bandRow="1">
                <a:tableStyleId>{93296810-A885-4BE3-A3E7-6D5BEEA58F35}</a:tableStyleId>
              </a:tblPr>
              <a:tblGrid>
                <a:gridCol w="1497868">
                  <a:extLst>
                    <a:ext uri="{9D8B030D-6E8A-4147-A177-3AD203B41FA5}">
                      <a16:colId xmlns:a16="http://schemas.microsoft.com/office/drawing/2014/main" val="3011919034"/>
                    </a:ext>
                  </a:extLst>
                </a:gridCol>
                <a:gridCol w="5189240">
                  <a:extLst>
                    <a:ext uri="{9D8B030D-6E8A-4147-A177-3AD203B41FA5}">
                      <a16:colId xmlns:a16="http://schemas.microsoft.com/office/drawing/2014/main" val="2895150540"/>
                    </a:ext>
                  </a:extLst>
                </a:gridCol>
                <a:gridCol w="2438760">
                  <a:extLst>
                    <a:ext uri="{9D8B030D-6E8A-4147-A177-3AD203B41FA5}">
                      <a16:colId xmlns:a16="http://schemas.microsoft.com/office/drawing/2014/main" val="1671653766"/>
                    </a:ext>
                  </a:extLst>
                </a:gridCol>
                <a:gridCol w="2532733">
                  <a:extLst>
                    <a:ext uri="{9D8B030D-6E8A-4147-A177-3AD203B41FA5}">
                      <a16:colId xmlns:a16="http://schemas.microsoft.com/office/drawing/2014/main" val="2548091291"/>
                    </a:ext>
                  </a:extLst>
                </a:gridCol>
              </a:tblGrid>
              <a:tr h="304800">
                <a:tc>
                  <a:txBody>
                    <a:bodyPr/>
                    <a:lstStyle/>
                    <a:p>
                      <a:r>
                        <a:rPr lang="en-US" sz="1600"/>
                        <a:t>Category </a:t>
                      </a:r>
                    </a:p>
                  </a:txBody>
                  <a:tcPr/>
                </a:tc>
                <a:tc>
                  <a:txBody>
                    <a:bodyPr/>
                    <a:lstStyle/>
                    <a:p>
                      <a:r>
                        <a:rPr lang="en-US" sz="1600"/>
                        <a:t>5-Excellent </a:t>
                      </a:r>
                    </a:p>
                  </a:txBody>
                  <a:tcPr/>
                </a:tc>
                <a:tc>
                  <a:txBody>
                    <a:bodyPr/>
                    <a:lstStyle/>
                    <a:p>
                      <a:r>
                        <a:rPr lang="en-US" sz="1600"/>
                        <a:t>3-Satisfactory </a:t>
                      </a:r>
                    </a:p>
                  </a:txBody>
                  <a:tcPr/>
                </a:tc>
                <a:tc>
                  <a:txBody>
                    <a:bodyPr/>
                    <a:lstStyle/>
                    <a:p>
                      <a:r>
                        <a:rPr lang="en-US" sz="1600"/>
                        <a:t>1-Needs Improvement</a:t>
                      </a:r>
                    </a:p>
                  </a:txBody>
                  <a:tcPr/>
                </a:tc>
                <a:extLst>
                  <a:ext uri="{0D108BD9-81ED-4DB2-BD59-A6C34878D82A}">
                    <a16:rowId xmlns:a16="http://schemas.microsoft.com/office/drawing/2014/main" val="2883995975"/>
                  </a:ext>
                </a:extLst>
              </a:tr>
              <a:tr h="831850">
                <a:tc>
                  <a:txBody>
                    <a:bodyPr/>
                    <a:lstStyle/>
                    <a:p>
                      <a:pPr algn="l" fontAlgn="t">
                        <a:buNone/>
                      </a:pPr>
                      <a:r>
                        <a:rPr lang="en-US" sz="1200" b="1">
                          <a:effectLst/>
                        </a:rPr>
                        <a:t>1. AI Architecture Explanation</a:t>
                      </a:r>
                      <a:endParaRPr lang="en-US" sz="1200">
                        <a:effectLst/>
                      </a:endParaRPr>
                    </a:p>
                  </a:txBody>
                  <a:tcPr marL="95250" marR="95250" marT="66675" marB="66675"/>
                </a:tc>
                <a:tc>
                  <a:txBody>
                    <a:bodyPr/>
                    <a:lstStyle/>
                    <a:p>
                      <a:pPr algn="l" fontAlgn="t">
                        <a:buNone/>
                      </a:pPr>
                      <a:r>
                        <a:rPr lang="en-US" sz="1200">
                          <a:effectLst/>
                        </a:rPr>
                        <a:t>Clear, detailed explanation of model design, components, and rationale. Shows deep understanding. </a:t>
                      </a:r>
                    </a:p>
                  </a:txBody>
                  <a:tcPr marL="95250" marR="95250" marT="66675" marB="66675"/>
                </a:tc>
                <a:tc>
                  <a:txBody>
                    <a:bodyPr/>
                    <a:lstStyle/>
                    <a:p>
                      <a:pPr algn="l" fontAlgn="t">
                        <a:buNone/>
                      </a:pPr>
                      <a:r>
                        <a:rPr lang="en-US" sz="1200">
                          <a:effectLst/>
                        </a:rPr>
                        <a:t>General explanation of components; some reasoning provided but lacks clarity or depth. </a:t>
                      </a:r>
                    </a:p>
                  </a:txBody>
                  <a:tcPr marL="95250" marR="95250" marT="66675" marB="66675"/>
                </a:tc>
                <a:tc>
                  <a:txBody>
                    <a:bodyPr/>
                    <a:lstStyle/>
                    <a:p>
                      <a:pPr algn="l" fontAlgn="t">
                        <a:buNone/>
                      </a:pPr>
                      <a:r>
                        <a:rPr lang="en-US" sz="1200">
                          <a:effectLst/>
                        </a:rPr>
                        <a:t>Vague or incorrect explanation; lacks understanding of the architecture.</a:t>
                      </a:r>
                    </a:p>
                  </a:txBody>
                  <a:tcPr marL="95250" marR="95250" marT="66675" marB="66675"/>
                </a:tc>
                <a:extLst>
                  <a:ext uri="{0D108BD9-81ED-4DB2-BD59-A6C34878D82A}">
                    <a16:rowId xmlns:a16="http://schemas.microsoft.com/office/drawing/2014/main" val="347920860"/>
                  </a:ext>
                </a:extLst>
              </a:tr>
              <a:tr h="831850">
                <a:tc>
                  <a:txBody>
                    <a:bodyPr/>
                    <a:lstStyle/>
                    <a:p>
                      <a:pPr algn="l" fontAlgn="t">
                        <a:buNone/>
                      </a:pPr>
                      <a:r>
                        <a:rPr lang="en-US" sz="1200" b="1">
                          <a:effectLst/>
                        </a:rPr>
                        <a:t>2. Technical Innovation</a:t>
                      </a:r>
                      <a:endParaRPr lang="en-US" sz="1200">
                        <a:effectLst/>
                      </a:endParaRPr>
                    </a:p>
                  </a:txBody>
                  <a:tcPr marL="95250" marR="95250" marT="66675" marB="66675"/>
                </a:tc>
                <a:tc>
                  <a:txBody>
                    <a:bodyPr/>
                    <a:lstStyle/>
                    <a:p>
                      <a:pPr algn="l" fontAlgn="t">
                        <a:buNone/>
                      </a:pPr>
                      <a:r>
                        <a:rPr lang="en-US" sz="1200">
                          <a:effectLst/>
                        </a:rPr>
                        <a:t>Demonstrates novel approach or unique adaptation of AI techniques. Clearly goes beyond basic design.</a:t>
                      </a:r>
                    </a:p>
                    <a:p>
                      <a:pPr marL="628650" marR="0" lvl="1"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100">
                          <a:effectLst/>
                        </a:rPr>
                        <a:t>Plusses are image scanning, graphic output capability, design for manufacturing and creating breakout/debug boards, adding test points, making sure test points and jumpers are easily accessible when in housing, test plan document output is a Word document. </a:t>
                      </a:r>
                    </a:p>
                  </a:txBody>
                  <a:tcPr marT="0" marB="0"/>
                </a:tc>
                <a:tc>
                  <a:txBody>
                    <a:bodyPr/>
                    <a:lstStyle/>
                    <a:p>
                      <a:pPr algn="l" fontAlgn="t">
                        <a:buNone/>
                      </a:pPr>
                      <a:r>
                        <a:rPr lang="en-US" sz="1200">
                          <a:effectLst/>
                        </a:rPr>
                        <a:t>Uses standard architecture with minor modifications or originality.</a:t>
                      </a:r>
                    </a:p>
                  </a:txBody>
                  <a:tcPr marL="95250" marR="95250" marT="66675" marB="66675"/>
                </a:tc>
                <a:tc>
                  <a:txBody>
                    <a:bodyPr/>
                    <a:lstStyle/>
                    <a:p>
                      <a:pPr algn="l" fontAlgn="t">
                        <a:buNone/>
                      </a:pPr>
                      <a:r>
                        <a:rPr lang="en-US" sz="1200">
                          <a:effectLst/>
                        </a:rPr>
                        <a:t>Basic or common architecture used without significant innovation.</a:t>
                      </a:r>
                    </a:p>
                  </a:txBody>
                  <a:tcPr marL="95250" marR="95250" marT="66675" marB="66675"/>
                </a:tc>
                <a:extLst>
                  <a:ext uri="{0D108BD9-81ED-4DB2-BD59-A6C34878D82A}">
                    <a16:rowId xmlns:a16="http://schemas.microsoft.com/office/drawing/2014/main" val="3292817841"/>
                  </a:ext>
                </a:extLst>
              </a:tr>
              <a:tr h="831850">
                <a:tc>
                  <a:txBody>
                    <a:bodyPr/>
                    <a:lstStyle/>
                    <a:p>
                      <a:pPr algn="l" fontAlgn="t">
                        <a:buNone/>
                      </a:pPr>
                      <a:r>
                        <a:rPr lang="en-US" sz="1200" b="1">
                          <a:effectLst/>
                        </a:rPr>
                        <a:t>3. Functionality / Output</a:t>
                      </a:r>
                      <a:endParaRPr lang="en-US" sz="1200">
                        <a:effectLst/>
                      </a:endParaRPr>
                    </a:p>
                  </a:txBody>
                  <a:tcPr marL="95250" marR="95250" marT="66675" marB="66675"/>
                </a:tc>
                <a:tc>
                  <a:txBody>
                    <a:bodyPr/>
                    <a:lstStyle/>
                    <a:p>
                      <a:pPr algn="l" fontAlgn="t">
                        <a:buNone/>
                      </a:pPr>
                      <a:r>
                        <a:rPr lang="en-US" sz="1200">
                          <a:effectLst/>
                        </a:rPr>
                        <a:t>The AI system works as intended; video clearly shows strong, relevant, and accurate output.</a:t>
                      </a:r>
                    </a:p>
                  </a:txBody>
                  <a:tcPr marL="95250" marR="95250" marT="66675" marB="66675"/>
                </a:tc>
                <a:tc>
                  <a:txBody>
                    <a:bodyPr/>
                    <a:lstStyle/>
                    <a:p>
                      <a:pPr algn="l" fontAlgn="t">
                        <a:buNone/>
                      </a:pPr>
                      <a:r>
                        <a:rPr lang="en-US" sz="1200">
                          <a:effectLst/>
                        </a:rPr>
                        <a:t>The system runs with some success; output is shown but may be incomplete or partially working.</a:t>
                      </a:r>
                    </a:p>
                  </a:txBody>
                  <a:tcPr marL="95250" marR="95250" marT="66675" marB="66675"/>
                </a:tc>
                <a:tc>
                  <a:txBody>
                    <a:bodyPr/>
                    <a:lstStyle/>
                    <a:p>
                      <a:pPr algn="l" fontAlgn="t">
                        <a:buNone/>
                      </a:pPr>
                      <a:r>
                        <a:rPr lang="en-US" sz="1200">
                          <a:effectLst/>
                        </a:rPr>
                        <a:t>Little to no output shown; system may be broken, unclear, or non-functional.</a:t>
                      </a:r>
                    </a:p>
                  </a:txBody>
                  <a:tcPr marL="95250" marR="95250" marT="66675" marB="66675"/>
                </a:tc>
                <a:extLst>
                  <a:ext uri="{0D108BD9-81ED-4DB2-BD59-A6C34878D82A}">
                    <a16:rowId xmlns:a16="http://schemas.microsoft.com/office/drawing/2014/main" val="245840847"/>
                  </a:ext>
                </a:extLst>
              </a:tr>
              <a:tr h="831850">
                <a:tc>
                  <a:txBody>
                    <a:bodyPr/>
                    <a:lstStyle/>
                    <a:p>
                      <a:pPr algn="l" fontAlgn="t">
                        <a:buNone/>
                      </a:pPr>
                      <a:r>
                        <a:rPr lang="en-US" sz="1200" b="1">
                          <a:effectLst/>
                        </a:rPr>
                        <a:t>4. Communication &amp; Clarity</a:t>
                      </a:r>
                      <a:endParaRPr lang="en-US" sz="1200">
                        <a:effectLst/>
                      </a:endParaRPr>
                    </a:p>
                  </a:txBody>
                  <a:tcPr marL="95250" marR="95250" marT="66675" marB="66675"/>
                </a:tc>
                <a:tc>
                  <a:txBody>
                    <a:bodyPr/>
                    <a:lstStyle/>
                    <a:p>
                      <a:pPr algn="l" fontAlgn="t">
                        <a:buNone/>
                      </a:pPr>
                      <a:r>
                        <a:rPr lang="en-US" sz="1200">
                          <a:effectLst/>
                        </a:rPr>
                        <a:t>Video is engaging, well-organized, and easy to follow. Explanations are coherent and well-paced.</a:t>
                      </a:r>
                    </a:p>
                  </a:txBody>
                  <a:tcPr marL="95250" marR="95250" marT="66675" marB="66675"/>
                </a:tc>
                <a:tc>
                  <a:txBody>
                    <a:bodyPr/>
                    <a:lstStyle/>
                    <a:p>
                      <a:pPr algn="l" fontAlgn="t">
                        <a:buNone/>
                      </a:pPr>
                      <a:r>
                        <a:rPr lang="en-US" sz="1200">
                          <a:effectLst/>
                        </a:rPr>
                        <a:t>Some organizational or clarity issues; generally understandable but occasionally confusing.</a:t>
                      </a:r>
                    </a:p>
                  </a:txBody>
                  <a:tcPr marL="95250" marR="95250" marT="66675" marB="66675"/>
                </a:tc>
                <a:tc>
                  <a:txBody>
                    <a:bodyPr/>
                    <a:lstStyle/>
                    <a:p>
                      <a:pPr algn="l" fontAlgn="t">
                        <a:buNone/>
                      </a:pPr>
                      <a:r>
                        <a:rPr lang="en-US" sz="1200">
                          <a:effectLst/>
                        </a:rPr>
                        <a:t>Poor video structure or confusing explanation; difficult to follow.</a:t>
                      </a:r>
                    </a:p>
                  </a:txBody>
                  <a:tcPr marL="95250" marR="95250" marT="66675" marB="66675"/>
                </a:tc>
                <a:extLst>
                  <a:ext uri="{0D108BD9-81ED-4DB2-BD59-A6C34878D82A}">
                    <a16:rowId xmlns:a16="http://schemas.microsoft.com/office/drawing/2014/main" val="557314195"/>
                  </a:ext>
                </a:extLst>
              </a:tr>
              <a:tr h="831850">
                <a:tc>
                  <a:txBody>
                    <a:bodyPr/>
                    <a:lstStyle/>
                    <a:p>
                      <a:pPr algn="l" fontAlgn="t">
                        <a:buNone/>
                      </a:pPr>
                      <a:r>
                        <a:rPr lang="en-US" sz="1200" b="1">
                          <a:effectLst/>
                        </a:rPr>
                        <a:t>5. Reflection on Process</a:t>
                      </a:r>
                      <a:endParaRPr lang="en-US" sz="1200">
                        <a:effectLst/>
                      </a:endParaRPr>
                    </a:p>
                  </a:txBody>
                  <a:tcPr marL="95250" marR="95250" marT="66675" marB="66675"/>
                </a:tc>
                <a:tc>
                  <a:txBody>
                    <a:bodyPr/>
                    <a:lstStyle/>
                    <a:p>
                      <a:pPr algn="l" fontAlgn="t">
                        <a:buNone/>
                      </a:pPr>
                      <a:r>
                        <a:rPr lang="en-US" sz="1200">
                          <a:effectLst/>
                        </a:rPr>
                        <a:t>Honest, thoughtful reflection on what went well, what was challenging, and lessons learned.</a:t>
                      </a:r>
                    </a:p>
                  </a:txBody>
                  <a:tcPr marL="95250" marR="95250" marT="66675" marB="66675"/>
                </a:tc>
                <a:tc>
                  <a:txBody>
                    <a:bodyPr/>
                    <a:lstStyle/>
                    <a:p>
                      <a:pPr algn="l" fontAlgn="t">
                        <a:buNone/>
                      </a:pPr>
                      <a:r>
                        <a:rPr lang="en-US" sz="1200">
                          <a:effectLst/>
                        </a:rPr>
                        <a:t>Some reflection on process; may be surface-level or lacking in depth.</a:t>
                      </a:r>
                    </a:p>
                  </a:txBody>
                  <a:tcPr marL="95250" marR="95250" marT="66675" marB="66675"/>
                </a:tc>
                <a:tc>
                  <a:txBody>
                    <a:bodyPr/>
                    <a:lstStyle/>
                    <a:p>
                      <a:pPr algn="l" fontAlgn="t">
                        <a:buNone/>
                      </a:pPr>
                      <a:r>
                        <a:rPr lang="en-US" sz="1200">
                          <a:effectLst/>
                        </a:rPr>
                        <a:t>Little or no reflection; unclear what the team learned or how they felt about the process.</a:t>
                      </a:r>
                    </a:p>
                  </a:txBody>
                  <a:tcPr marL="95250" marR="95250" marT="66675" marB="66675"/>
                </a:tc>
                <a:extLst>
                  <a:ext uri="{0D108BD9-81ED-4DB2-BD59-A6C34878D82A}">
                    <a16:rowId xmlns:a16="http://schemas.microsoft.com/office/drawing/2014/main" val="85670293"/>
                  </a:ext>
                </a:extLst>
              </a:tr>
              <a:tr h="831850">
                <a:tc>
                  <a:txBody>
                    <a:bodyPr/>
                    <a:lstStyle/>
                    <a:p>
                      <a:pPr algn="l" fontAlgn="t">
                        <a:buNone/>
                      </a:pPr>
                      <a:r>
                        <a:rPr lang="en-US" sz="1200" b="1">
                          <a:effectLst/>
                        </a:rPr>
                        <a:t>6. Accuracy </a:t>
                      </a:r>
                    </a:p>
                  </a:txBody>
                  <a:tcPr marL="95250" marR="95250" marT="66675" marB="66675"/>
                </a:tc>
                <a:tc>
                  <a:txBody>
                    <a:bodyPr/>
                    <a:lstStyle/>
                    <a:p>
                      <a:pPr algn="l" fontAlgn="t">
                        <a:buNone/>
                      </a:pPr>
                      <a:r>
                        <a:rPr lang="en-US" sz="1200">
                          <a:effectLst/>
                        </a:rPr>
                        <a:t>Accurate output test plan where all signals, parts, and reference designators are accurate to the design. There are no added signals/parts that are not part of the input design. </a:t>
                      </a:r>
                    </a:p>
                  </a:txBody>
                  <a:tcPr marL="95250" marR="95250" marT="66675" marB="66675"/>
                </a:tc>
                <a:tc>
                  <a:txBody>
                    <a:bodyPr/>
                    <a:lstStyle/>
                    <a:p>
                      <a:pPr algn="l" fontAlgn="t">
                        <a:buNone/>
                      </a:pPr>
                      <a:r>
                        <a:rPr lang="en-US" sz="1200">
                          <a:effectLst/>
                        </a:rPr>
                        <a:t>Some inaccuracy with the test plan; there may be some added signals/parts that do not exist, or missing parts/signals. </a:t>
                      </a:r>
                    </a:p>
                  </a:txBody>
                  <a:tcPr marL="95250" marR="95250" marT="66675" marB="66675"/>
                </a:tc>
                <a:tc>
                  <a:txBody>
                    <a:bodyPr/>
                    <a:lstStyle/>
                    <a:p>
                      <a:pPr algn="l" fontAlgn="t">
                        <a:buNone/>
                      </a:pPr>
                      <a:r>
                        <a:rPr lang="en-US" sz="1200">
                          <a:effectLst/>
                        </a:rPr>
                        <a:t>Little to no accuracy; majority of the test plan has inaccurate names, numerous added parts/signals and/or numerous missing parts/signals. </a:t>
                      </a:r>
                    </a:p>
                  </a:txBody>
                  <a:tcPr marL="95250" marR="95250" marT="66675" marB="66675"/>
                </a:tc>
                <a:extLst>
                  <a:ext uri="{0D108BD9-81ED-4DB2-BD59-A6C34878D82A}">
                    <a16:rowId xmlns:a16="http://schemas.microsoft.com/office/drawing/2014/main" val="2397612184"/>
                  </a:ext>
                </a:extLst>
              </a:tr>
            </a:tbl>
          </a:graphicData>
        </a:graphic>
      </p:graphicFrame>
      <p:sp>
        <p:nvSpPr>
          <p:cNvPr id="4" name="Title 1">
            <a:extLst>
              <a:ext uri="{FF2B5EF4-FFF2-40B4-BE49-F238E27FC236}">
                <a16:creationId xmlns:a16="http://schemas.microsoft.com/office/drawing/2014/main" id="{5675CD13-7BB0-8F1E-1F47-8801FB7F8DD2}"/>
              </a:ext>
            </a:extLst>
          </p:cNvPr>
          <p:cNvSpPr>
            <a:spLocks noGrp="1"/>
          </p:cNvSpPr>
          <p:nvPr>
            <p:ph type="title"/>
          </p:nvPr>
        </p:nvSpPr>
        <p:spPr>
          <a:xfrm>
            <a:off x="518160" y="72517"/>
            <a:ext cx="10515600" cy="1325563"/>
          </a:xfrm>
        </p:spPr>
        <p:txBody>
          <a:bodyPr/>
          <a:lstStyle/>
          <a:p>
            <a:pPr algn="ctr"/>
            <a:r>
              <a:rPr lang="en-US" sz="3600">
                <a:solidFill>
                  <a:srgbClr val="506272"/>
                </a:solidFill>
              </a:rPr>
              <a:t>Judging Criteria </a:t>
            </a:r>
          </a:p>
        </p:txBody>
      </p:sp>
    </p:spTree>
    <p:extLst>
      <p:ext uri="{BB962C8B-B14F-4D97-AF65-F5344CB8AC3E}">
        <p14:creationId xmlns:p14="http://schemas.microsoft.com/office/powerpoint/2010/main" val="1658941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74ED6-8CE9-1588-5DD4-EA1E2EDEAB2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4CDBC47-77CD-3352-99D2-63CA392DD11D}"/>
              </a:ext>
            </a:extLst>
          </p:cNvPr>
          <p:cNvSpPr>
            <a:spLocks noGrp="1"/>
          </p:cNvSpPr>
          <p:nvPr>
            <p:ph type="body" sz="quarter" idx="13"/>
          </p:nvPr>
        </p:nvSpPr>
        <p:spPr>
          <a:xfrm>
            <a:off x="409575" y="47624"/>
            <a:ext cx="6591300" cy="666750"/>
          </a:xfrm>
        </p:spPr>
        <p:txBody>
          <a:bodyPr/>
          <a:lstStyle/>
          <a:p>
            <a:r>
              <a:rPr lang="en-US"/>
              <a:t>Submission Requirements </a:t>
            </a:r>
          </a:p>
        </p:txBody>
      </p:sp>
      <p:graphicFrame>
        <p:nvGraphicFramePr>
          <p:cNvPr id="2" name="Diagram 1">
            <a:extLst>
              <a:ext uri="{FF2B5EF4-FFF2-40B4-BE49-F238E27FC236}">
                <a16:creationId xmlns:a16="http://schemas.microsoft.com/office/drawing/2014/main" id="{A7C09142-5973-095C-51D8-ECD2A79FD1BE}"/>
              </a:ext>
            </a:extLst>
          </p:cNvPr>
          <p:cNvGraphicFramePr/>
          <p:nvPr>
            <p:extLst>
              <p:ext uri="{D42A27DB-BD31-4B8C-83A1-F6EECF244321}">
                <p14:modId xmlns:p14="http://schemas.microsoft.com/office/powerpoint/2010/main" val="3660833392"/>
              </p:ext>
            </p:extLst>
          </p:nvPr>
        </p:nvGraphicFramePr>
        <p:xfrm>
          <a:off x="1885567" y="605788"/>
          <a:ext cx="9172958"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960023D0-5B87-0576-695C-37B541AD993E}"/>
              </a:ext>
            </a:extLst>
          </p:cNvPr>
          <p:cNvSpPr txBox="1"/>
          <p:nvPr/>
        </p:nvSpPr>
        <p:spPr>
          <a:xfrm>
            <a:off x="3503549" y="5882880"/>
            <a:ext cx="4892040" cy="369332"/>
          </a:xfrm>
          <a:prstGeom prst="rect">
            <a:avLst/>
          </a:prstGeom>
          <a:noFill/>
        </p:spPr>
        <p:txBody>
          <a:bodyPr wrap="square" rtlCol="0">
            <a:spAutoFit/>
          </a:bodyPr>
          <a:lstStyle/>
          <a:p>
            <a:r>
              <a:rPr lang="en-US" b="1">
                <a:solidFill>
                  <a:srgbClr val="FF0000"/>
                </a:solidFill>
              </a:rPr>
              <a:t>ALL SUBMISSIONS DUE BY 5PM SEPTEMBER 27th</a:t>
            </a:r>
          </a:p>
        </p:txBody>
      </p:sp>
    </p:spTree>
    <p:extLst>
      <p:ext uri="{BB962C8B-B14F-4D97-AF65-F5344CB8AC3E}">
        <p14:creationId xmlns:p14="http://schemas.microsoft.com/office/powerpoint/2010/main" val="1564086234"/>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9FA02-23DD-D034-AAA0-B8FFD5E44D1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7FEA0C7-AE0C-F105-D12C-4081D26F5B67}"/>
              </a:ext>
            </a:extLst>
          </p:cNvPr>
          <p:cNvSpPr>
            <a:spLocks noGrp="1"/>
          </p:cNvSpPr>
          <p:nvPr>
            <p:ph type="body" sz="quarter" idx="13"/>
          </p:nvPr>
        </p:nvSpPr>
        <p:spPr>
          <a:xfrm>
            <a:off x="657224" y="104775"/>
            <a:ext cx="7591425" cy="666750"/>
          </a:xfrm>
        </p:spPr>
        <p:txBody>
          <a:bodyPr/>
          <a:lstStyle/>
          <a:p>
            <a:r>
              <a:rPr lang="en-US"/>
              <a:t>Helpful Links </a:t>
            </a:r>
          </a:p>
        </p:txBody>
      </p:sp>
      <p:sp>
        <p:nvSpPr>
          <p:cNvPr id="4" name="Text Placeholder 3">
            <a:extLst>
              <a:ext uri="{FF2B5EF4-FFF2-40B4-BE49-F238E27FC236}">
                <a16:creationId xmlns:a16="http://schemas.microsoft.com/office/drawing/2014/main" id="{CD95F3E6-0968-6728-8BD3-947C1DCAB924}"/>
              </a:ext>
            </a:extLst>
          </p:cNvPr>
          <p:cNvSpPr>
            <a:spLocks noGrp="1"/>
          </p:cNvSpPr>
          <p:nvPr>
            <p:ph type="body" sz="quarter" idx="14"/>
          </p:nvPr>
        </p:nvSpPr>
        <p:spPr>
          <a:xfrm>
            <a:off x="581026" y="1033272"/>
            <a:ext cx="8458200" cy="5224654"/>
          </a:xfrm>
        </p:spPr>
        <p:txBody>
          <a:bodyPr lIns="91440" tIns="45720" rIns="91440" bIns="45720" anchor="t"/>
          <a:lstStyle/>
          <a:p>
            <a:pPr marL="0" indent="0">
              <a:buNone/>
            </a:pPr>
            <a:r>
              <a:rPr lang="en-US" b="1" err="1"/>
              <a:t>Youtube</a:t>
            </a:r>
            <a:r>
              <a:rPr lang="en-US" b="1"/>
              <a:t> Demo: </a:t>
            </a:r>
            <a:endParaRPr lang="en-US" b="1">
              <a:hlinkClick r:id="rId3"/>
            </a:endParaRPr>
          </a:p>
          <a:p>
            <a:pPr marL="0" indent="0">
              <a:buNone/>
            </a:pPr>
            <a:r>
              <a:rPr lang="en-US" sz="2400">
                <a:hlinkClick r:id="rId3"/>
              </a:rPr>
              <a:t>https://www.guidingtech.com/upload-private-and-unlisted-videos-on-youtube/</a:t>
            </a:r>
            <a:endParaRPr lang="en-US" sz="2400"/>
          </a:p>
          <a:p>
            <a:pPr marL="0" indent="0">
              <a:buNone/>
            </a:pPr>
            <a:endParaRPr lang="en-US" sz="2400"/>
          </a:p>
          <a:p>
            <a:pPr marL="0" indent="0">
              <a:buNone/>
            </a:pPr>
            <a:r>
              <a:rPr lang="en-US" b="1"/>
              <a:t>Submission Form: </a:t>
            </a:r>
          </a:p>
          <a:p>
            <a:pPr marL="0" indent="0">
              <a:buNone/>
            </a:pPr>
            <a:r>
              <a:rPr lang="en-US" sz="2400">
                <a:hlinkClick r:id="rId4"/>
              </a:rPr>
              <a:t>https://docs.google.com/forms/d/e/1FAIpQLSdqcoidbd9PjGTdoQ56EIdqbEswi48Fn0zVZ28VHHUMrzcoZw/viewform?usp=header</a:t>
            </a:r>
            <a:endParaRPr lang="en-US" sz="2400"/>
          </a:p>
          <a:p>
            <a:pPr marL="0" indent="0">
              <a:buNone/>
            </a:pPr>
            <a:endParaRPr lang="en-US" sz="2400"/>
          </a:p>
          <a:p>
            <a:pPr marL="0" indent="0">
              <a:buNone/>
            </a:pPr>
            <a:r>
              <a:rPr lang="en-US" b="1"/>
              <a:t>File Vault: </a:t>
            </a:r>
          </a:p>
          <a:p>
            <a:pPr marL="0" indent="0">
              <a:buNone/>
            </a:pPr>
            <a:r>
              <a:rPr lang="en-US" sz="2400">
                <a:hlinkClick r:id="rId5"/>
              </a:rPr>
              <a:t>https://vault.aeronix.com/vault/index.php/s/aPZTsckPZcdrMXo</a:t>
            </a:r>
            <a:endParaRPr lang="en-US" sz="2400"/>
          </a:p>
          <a:p>
            <a:pPr marL="0" indent="0">
              <a:buNone/>
            </a:pPr>
            <a:r>
              <a:rPr lang="en-US" sz="2400"/>
              <a:t>Password: </a:t>
            </a:r>
            <a:r>
              <a:rPr lang="en-US" sz="2400" err="1"/>
              <a:t>AeronixUFHackathon</a:t>
            </a:r>
            <a:endParaRPr lang="en-US" sz="2400"/>
          </a:p>
        </p:txBody>
      </p:sp>
      <p:pic>
        <p:nvPicPr>
          <p:cNvPr id="5" name="Picture 4" descr="Qr code&#10;&#10;AI-generated content may be incorrect.">
            <a:extLst>
              <a:ext uri="{FF2B5EF4-FFF2-40B4-BE49-F238E27FC236}">
                <a16:creationId xmlns:a16="http://schemas.microsoft.com/office/drawing/2014/main" id="{1677C576-D081-27BC-0B91-091085FE4AEE}"/>
              </a:ext>
            </a:extLst>
          </p:cNvPr>
          <p:cNvPicPr>
            <a:picLocks noChangeAspect="1"/>
          </p:cNvPicPr>
          <p:nvPr/>
        </p:nvPicPr>
        <p:blipFill>
          <a:blip r:embed="rId6">
            <a:extLst>
              <a:ext uri="{28A0092B-C50C-407E-A947-70E740481C1C}">
                <a14:useLocalDpi xmlns:a14="http://schemas.microsoft.com/office/drawing/2010/main" val="0"/>
              </a:ext>
            </a:extLst>
          </a:blip>
          <a:srcRect l="8972" t="8445" r="8170" b="8170"/>
          <a:stretch>
            <a:fillRect/>
          </a:stretch>
        </p:blipFill>
        <p:spPr>
          <a:xfrm>
            <a:off x="9629775" y="4752976"/>
            <a:ext cx="1495425" cy="1504950"/>
          </a:xfrm>
          <a:prstGeom prst="rect">
            <a:avLst/>
          </a:prstGeom>
        </p:spPr>
      </p:pic>
      <p:pic>
        <p:nvPicPr>
          <p:cNvPr id="6" name="Picture 5" descr="Qr code&#10;&#10;AI-generated content may be incorrect.">
            <a:extLst>
              <a:ext uri="{FF2B5EF4-FFF2-40B4-BE49-F238E27FC236}">
                <a16:creationId xmlns:a16="http://schemas.microsoft.com/office/drawing/2014/main" id="{437356F8-0A3A-E694-662C-478F3290E45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24999" y="2924177"/>
            <a:ext cx="1685923" cy="1685923"/>
          </a:xfrm>
          <a:prstGeom prst="rect">
            <a:avLst/>
          </a:prstGeom>
        </p:spPr>
      </p:pic>
      <p:sp>
        <p:nvSpPr>
          <p:cNvPr id="7" name="TextBox 6">
            <a:extLst>
              <a:ext uri="{FF2B5EF4-FFF2-40B4-BE49-F238E27FC236}">
                <a16:creationId xmlns:a16="http://schemas.microsoft.com/office/drawing/2014/main" id="{0A15E4D1-7B9D-3119-D22E-8FE831260721}"/>
              </a:ext>
            </a:extLst>
          </p:cNvPr>
          <p:cNvSpPr txBox="1"/>
          <p:nvPr/>
        </p:nvSpPr>
        <p:spPr>
          <a:xfrm>
            <a:off x="9629775" y="2781301"/>
            <a:ext cx="1495425" cy="307777"/>
          </a:xfrm>
          <a:prstGeom prst="rect">
            <a:avLst/>
          </a:prstGeom>
          <a:noFill/>
        </p:spPr>
        <p:txBody>
          <a:bodyPr wrap="square" rtlCol="0">
            <a:spAutoFit/>
          </a:bodyPr>
          <a:lstStyle/>
          <a:p>
            <a:pPr algn="ctr"/>
            <a:r>
              <a:rPr lang="en-US" sz="1400" b="1"/>
              <a:t>Submission Form</a:t>
            </a:r>
          </a:p>
        </p:txBody>
      </p:sp>
      <p:sp>
        <p:nvSpPr>
          <p:cNvPr id="8" name="TextBox 7">
            <a:extLst>
              <a:ext uri="{FF2B5EF4-FFF2-40B4-BE49-F238E27FC236}">
                <a16:creationId xmlns:a16="http://schemas.microsoft.com/office/drawing/2014/main" id="{5CB03AEE-3157-A4BB-FDAF-A3EF10442285}"/>
              </a:ext>
            </a:extLst>
          </p:cNvPr>
          <p:cNvSpPr txBox="1"/>
          <p:nvPr/>
        </p:nvSpPr>
        <p:spPr>
          <a:xfrm>
            <a:off x="9629774" y="4527650"/>
            <a:ext cx="1495425" cy="307777"/>
          </a:xfrm>
          <a:prstGeom prst="rect">
            <a:avLst/>
          </a:prstGeom>
          <a:noFill/>
        </p:spPr>
        <p:txBody>
          <a:bodyPr wrap="square" rtlCol="0">
            <a:spAutoFit/>
          </a:bodyPr>
          <a:lstStyle/>
          <a:p>
            <a:pPr algn="ctr"/>
            <a:r>
              <a:rPr lang="en-US" sz="1400" b="1"/>
              <a:t>File Vault</a:t>
            </a:r>
          </a:p>
        </p:txBody>
      </p:sp>
    </p:spTree>
    <p:extLst>
      <p:ext uri="{BB962C8B-B14F-4D97-AF65-F5344CB8AC3E}">
        <p14:creationId xmlns:p14="http://schemas.microsoft.com/office/powerpoint/2010/main" val="1273391253"/>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D6EF0-278A-A7BF-745D-AF0ACCBB93A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0792AD2-ADD0-1E8B-B732-FF9742652351}"/>
              </a:ext>
            </a:extLst>
          </p:cNvPr>
          <p:cNvSpPr>
            <a:spLocks noGrp="1"/>
          </p:cNvSpPr>
          <p:nvPr>
            <p:ph type="body" sz="quarter" idx="13"/>
          </p:nvPr>
        </p:nvSpPr>
        <p:spPr>
          <a:xfrm>
            <a:off x="657224" y="104775"/>
            <a:ext cx="7591425" cy="666750"/>
          </a:xfrm>
        </p:spPr>
        <p:txBody>
          <a:bodyPr lIns="91440" tIns="45720" rIns="91440" bIns="45720" anchor="ctr"/>
          <a:lstStyle/>
          <a:p>
            <a:r>
              <a:rPr lang="en-US">
                <a:latin typeface="Arial"/>
                <a:ea typeface="Calibri"/>
                <a:cs typeface="Arial"/>
              </a:rPr>
              <a:t>Prize Information </a:t>
            </a:r>
            <a:endParaRPr lang="en-US"/>
          </a:p>
        </p:txBody>
      </p:sp>
      <p:sp>
        <p:nvSpPr>
          <p:cNvPr id="4" name="Text Placeholder 3">
            <a:extLst>
              <a:ext uri="{FF2B5EF4-FFF2-40B4-BE49-F238E27FC236}">
                <a16:creationId xmlns:a16="http://schemas.microsoft.com/office/drawing/2014/main" id="{077B81BB-2E67-F95D-F399-36B4DFEE54A3}"/>
              </a:ext>
            </a:extLst>
          </p:cNvPr>
          <p:cNvSpPr>
            <a:spLocks noGrp="1"/>
          </p:cNvSpPr>
          <p:nvPr>
            <p:ph type="body" sz="quarter" idx="14"/>
          </p:nvPr>
        </p:nvSpPr>
        <p:spPr/>
        <p:txBody>
          <a:bodyPr lIns="91440" tIns="45720" rIns="91440" bIns="45720" anchor="t"/>
          <a:lstStyle/>
          <a:p>
            <a:pPr marL="0" indent="0">
              <a:buNone/>
            </a:pPr>
            <a:r>
              <a:rPr lang="en-US">
                <a:ea typeface="Calibri"/>
                <a:cs typeface="Calibri"/>
              </a:rPr>
              <a:t>Winning team gets </a:t>
            </a:r>
            <a:r>
              <a:rPr lang="en-US" b="1">
                <a:ea typeface="Calibri"/>
                <a:cs typeface="Calibri"/>
              </a:rPr>
              <a:t>automatic interviews</a:t>
            </a:r>
            <a:r>
              <a:rPr lang="en-US">
                <a:ea typeface="Calibri"/>
                <a:cs typeface="Calibri"/>
              </a:rPr>
              <a:t> for internships/co-ops/full-time starting summer of 2026*. Goal of the internship is to </a:t>
            </a:r>
            <a:r>
              <a:rPr lang="en-US" b="1">
                <a:ea typeface="Calibri"/>
                <a:cs typeface="Calibri"/>
              </a:rPr>
              <a:t>further this solution</a:t>
            </a:r>
            <a:r>
              <a:rPr lang="en-US">
                <a:ea typeface="Calibri"/>
                <a:cs typeface="Calibri"/>
              </a:rPr>
              <a:t>, although internship focus may change due to company needs at the time. </a:t>
            </a:r>
          </a:p>
          <a:p>
            <a:pPr marL="0" indent="0">
              <a:buNone/>
            </a:pPr>
            <a:r>
              <a:rPr lang="en-US" b="1">
                <a:ea typeface="Calibri"/>
                <a:cs typeface="Calibri"/>
              </a:rPr>
              <a:t>Preferential treatment</a:t>
            </a:r>
            <a:r>
              <a:rPr lang="en-US">
                <a:ea typeface="Calibri"/>
                <a:cs typeface="Calibri"/>
              </a:rPr>
              <a:t> will be given to hackathon winners over students from career fairs, online applications, etc. </a:t>
            </a:r>
          </a:p>
          <a:p>
            <a:pPr marL="0" indent="0">
              <a:buNone/>
            </a:pPr>
            <a:r>
              <a:rPr lang="en-US">
                <a:ea typeface="Calibri"/>
                <a:cs typeface="Calibri"/>
              </a:rPr>
              <a:t>Team winners will be </a:t>
            </a:r>
            <a:r>
              <a:rPr lang="en-US" b="1">
                <a:ea typeface="Calibri"/>
                <a:cs typeface="Calibri"/>
              </a:rPr>
              <a:t>contacted via email</a:t>
            </a:r>
            <a:r>
              <a:rPr lang="en-US">
                <a:ea typeface="Calibri"/>
                <a:cs typeface="Calibri"/>
              </a:rPr>
              <a:t> with interview invitations sent within 2 weeks. </a:t>
            </a:r>
          </a:p>
          <a:p>
            <a:pPr marL="0" indent="0">
              <a:buNone/>
            </a:pPr>
            <a:endParaRPr lang="en-US">
              <a:ea typeface="Calibri"/>
              <a:cs typeface="Calibri"/>
            </a:endParaRPr>
          </a:p>
          <a:p>
            <a:pPr marL="0" indent="0" algn="ctr">
              <a:buNone/>
            </a:pPr>
            <a:r>
              <a:rPr lang="en-US" b="1">
                <a:solidFill>
                  <a:srgbClr val="FF0000"/>
                </a:solidFill>
                <a:ea typeface="Calibri"/>
                <a:cs typeface="Calibri"/>
              </a:rPr>
              <a:t>*Full-time/Internship/Co-Op opportunities can only be offered to US Citizens. </a:t>
            </a:r>
          </a:p>
        </p:txBody>
      </p:sp>
    </p:spTree>
    <p:extLst>
      <p:ext uri="{BB962C8B-B14F-4D97-AF65-F5344CB8AC3E}">
        <p14:creationId xmlns:p14="http://schemas.microsoft.com/office/powerpoint/2010/main" val="261318743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030DB7-F940-5949-F4F5-EC9468A74D66}"/>
              </a:ext>
            </a:extLst>
          </p:cNvPr>
          <p:cNvSpPr>
            <a:spLocks noGrp="1"/>
          </p:cNvSpPr>
          <p:nvPr>
            <p:ph type="body" sz="quarter" idx="13"/>
          </p:nvPr>
        </p:nvSpPr>
        <p:spPr>
          <a:xfrm>
            <a:off x="657224" y="104775"/>
            <a:ext cx="10639425" cy="666750"/>
          </a:xfrm>
        </p:spPr>
        <p:txBody>
          <a:bodyPr lIns="91440" tIns="45720" rIns="91440" bIns="45720" anchor="ctr"/>
          <a:lstStyle/>
          <a:p>
            <a:r>
              <a:rPr lang="en-US">
                <a:latin typeface="Arial"/>
                <a:ea typeface="Calibri"/>
                <a:cs typeface="Arial"/>
              </a:rPr>
              <a:t>Hackathon Schedule </a:t>
            </a:r>
            <a:r>
              <a:rPr lang="en-US"/>
              <a:t>→</a:t>
            </a:r>
            <a:r>
              <a:rPr lang="en-US" sz="2000"/>
              <a:t> Wertheim Laboratory for Engineering Excellence</a:t>
            </a:r>
            <a:endParaRPr lang="en-US"/>
          </a:p>
        </p:txBody>
      </p:sp>
      <p:graphicFrame>
        <p:nvGraphicFramePr>
          <p:cNvPr id="4" name="Diagram 3">
            <a:extLst>
              <a:ext uri="{FF2B5EF4-FFF2-40B4-BE49-F238E27FC236}">
                <a16:creationId xmlns:a16="http://schemas.microsoft.com/office/drawing/2014/main" id="{E699F148-8DEF-B97B-3C48-6CE1E73687E9}"/>
              </a:ext>
            </a:extLst>
          </p:cNvPr>
          <p:cNvGraphicFramePr/>
          <p:nvPr>
            <p:extLst>
              <p:ext uri="{D42A27DB-BD31-4B8C-83A1-F6EECF244321}">
                <p14:modId xmlns:p14="http://schemas.microsoft.com/office/powerpoint/2010/main" val="1726429324"/>
              </p:ext>
            </p:extLst>
          </p:nvPr>
        </p:nvGraphicFramePr>
        <p:xfrm>
          <a:off x="208632" y="887556"/>
          <a:ext cx="7278018" cy="5570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0" name="Picture 2">
            <a:extLst>
              <a:ext uri="{FF2B5EF4-FFF2-40B4-BE49-F238E27FC236}">
                <a16:creationId xmlns:a16="http://schemas.microsoft.com/office/drawing/2014/main" id="{5F0BE2EB-2757-AAEA-6B8B-73A11C4B1A9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00950" y="1133475"/>
            <a:ext cx="4591050" cy="4591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5252404"/>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030DB7-F940-5949-F4F5-EC9468A74D66}"/>
              </a:ext>
            </a:extLst>
          </p:cNvPr>
          <p:cNvSpPr>
            <a:spLocks noGrp="1"/>
          </p:cNvSpPr>
          <p:nvPr>
            <p:ph type="body" sz="quarter" idx="13"/>
          </p:nvPr>
        </p:nvSpPr>
        <p:spPr>
          <a:xfrm>
            <a:off x="657224" y="104775"/>
            <a:ext cx="10639425" cy="666750"/>
          </a:xfrm>
        </p:spPr>
        <p:txBody>
          <a:bodyPr lIns="91440" tIns="45720" rIns="91440" bIns="45720" anchor="ctr"/>
          <a:lstStyle/>
          <a:p>
            <a:r>
              <a:rPr lang="en-US"/>
              <a:t>Product Timeline</a:t>
            </a:r>
          </a:p>
        </p:txBody>
      </p:sp>
      <p:graphicFrame>
        <p:nvGraphicFramePr>
          <p:cNvPr id="4" name="Diagram 3">
            <a:extLst>
              <a:ext uri="{FF2B5EF4-FFF2-40B4-BE49-F238E27FC236}">
                <a16:creationId xmlns:a16="http://schemas.microsoft.com/office/drawing/2014/main" id="{E699F148-8DEF-B97B-3C48-6CE1E73687E9}"/>
              </a:ext>
            </a:extLst>
          </p:cNvPr>
          <p:cNvGraphicFramePr/>
          <p:nvPr>
            <p:extLst>
              <p:ext uri="{D42A27DB-BD31-4B8C-83A1-F6EECF244321}">
                <p14:modId xmlns:p14="http://schemas.microsoft.com/office/powerpoint/2010/main" val="665742876"/>
              </p:ext>
            </p:extLst>
          </p:nvPr>
        </p:nvGraphicFramePr>
        <p:xfrm>
          <a:off x="208632" y="887556"/>
          <a:ext cx="7278018" cy="557039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a:extLst>
              <a:ext uri="{FF2B5EF4-FFF2-40B4-BE49-F238E27FC236}">
                <a16:creationId xmlns:a16="http://schemas.microsoft.com/office/drawing/2014/main" id="{2A37F3C3-4D6C-7ABF-47B8-6A0969AB9D16}"/>
              </a:ext>
            </a:extLst>
          </p:cNvPr>
          <p:cNvPicPr>
            <a:picLocks noChangeAspect="1"/>
          </p:cNvPicPr>
          <p:nvPr/>
        </p:nvPicPr>
        <p:blipFill>
          <a:blip r:embed="rId9"/>
          <a:stretch>
            <a:fillRect/>
          </a:stretch>
        </p:blipFill>
        <p:spPr>
          <a:xfrm>
            <a:off x="7644741" y="1181881"/>
            <a:ext cx="4471844" cy="4860700"/>
          </a:xfrm>
          <a:prstGeom prst="rect">
            <a:avLst/>
          </a:prstGeom>
        </p:spPr>
      </p:pic>
    </p:spTree>
    <p:extLst>
      <p:ext uri="{BB962C8B-B14F-4D97-AF65-F5344CB8AC3E}">
        <p14:creationId xmlns:p14="http://schemas.microsoft.com/office/powerpoint/2010/main" val="436070"/>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Custom Design">
  <a:themeElements>
    <a:clrScheme name="Aeronix PPT">
      <a:dk1>
        <a:sysClr val="windowText" lastClr="000000"/>
      </a:dk1>
      <a:lt1>
        <a:sysClr val="window" lastClr="FFFFFF"/>
      </a:lt1>
      <a:dk2>
        <a:srgbClr val="44546A"/>
      </a:dk2>
      <a:lt2>
        <a:srgbClr val="E7E6E6"/>
      </a:lt2>
      <a:accent1>
        <a:srgbClr val="8AC7D3"/>
      </a:accent1>
      <a:accent2>
        <a:srgbClr val="307689"/>
      </a:accent2>
      <a:accent3>
        <a:srgbClr val="F7C76A"/>
      </a:accent3>
      <a:accent4>
        <a:srgbClr val="E93A0F"/>
      </a:accent4>
      <a:accent5>
        <a:srgbClr val="C1C3C4"/>
      </a:accent5>
      <a:accent6>
        <a:srgbClr val="506272"/>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eronix PPT Master.pptx" id="{F162D24A-4716-4DCD-8783-4BDE020A2373}" vid="{A8CF6791-D717-4AF5-8E5B-06AB1AE9B3A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64c6340-b957-456f-a6b2-d67e40f63cf0" xsi:nil="true"/>
    <lcf76f155ced4ddcb4097134ff3c332f xmlns="66532209-a0a3-4a24-8d0c-0b28a81862f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CEA21BA364FE149A1B2FFEDD86CF436" ma:contentTypeVersion="16" ma:contentTypeDescription="Create a new document." ma:contentTypeScope="" ma:versionID="feebb80453ef8ae00adcb5bc05225c26">
  <xsd:schema xmlns:xsd="http://www.w3.org/2001/XMLSchema" xmlns:xs="http://www.w3.org/2001/XMLSchema" xmlns:p="http://schemas.microsoft.com/office/2006/metadata/properties" xmlns:ns2="66532209-a0a3-4a24-8d0c-0b28a81862fa" xmlns:ns3="464c6340-b957-456f-a6b2-d67e40f63cf0" targetNamespace="http://schemas.microsoft.com/office/2006/metadata/properties" ma:root="true" ma:fieldsID="82914854d6d704926390f2483343453c" ns2:_="" ns3:_="">
    <xsd:import namespace="66532209-a0a3-4a24-8d0c-0b28a81862fa"/>
    <xsd:import namespace="464c6340-b957-456f-a6b2-d67e40f63cf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3:TaxCatchAll" minOccurs="0"/>
                <xsd:element ref="ns2:MediaServiceGenerationTime" minOccurs="0"/>
                <xsd:element ref="ns2:MediaServiceEventHashCode" minOccurs="0"/>
                <xsd:element ref="ns2:MediaServiceOCR" minOccurs="0"/>
                <xsd:element ref="ns2:lcf76f155ced4ddcb4097134ff3c332f"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532209-a0a3-4a24-8d0c-0b28a81862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b0901d49-750c-4221-8ae3-00e54cbe7f78" ma:termSetId="09814cd3-568e-fe90-9814-8d621ff8fb84" ma:anchorId="fba54fb3-c3e1-fe81-a776-ca4b69148c4d" ma:open="true" ma:isKeyword="false">
      <xsd:complexType>
        <xsd:sequence>
          <xsd:element ref="pc:Terms" minOccurs="0" maxOccurs="1"/>
        </xsd:sequence>
      </xsd:complex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64c6340-b957-456f-a6b2-d67e40f63cf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072149fa-e2cd-4be4-98ce-29c6f53df8bf}" ma:internalName="TaxCatchAll" ma:showField="CatchAllData" ma:web="464c6340-b957-456f-a6b2-d67e40f63cf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90D6C3-3910-496D-B4F3-D44C80537ACF}">
  <ds:schemaRefs>
    <ds:schemaRef ds:uri="http://schemas.microsoft.com/sharepoint/v3/contenttype/forms"/>
  </ds:schemaRefs>
</ds:datastoreItem>
</file>

<file path=customXml/itemProps2.xml><?xml version="1.0" encoding="utf-8"?>
<ds:datastoreItem xmlns:ds="http://schemas.openxmlformats.org/officeDocument/2006/customXml" ds:itemID="{8DB67B92-DED0-4B43-A10A-F558D8904FE6}">
  <ds:schemaRefs>
    <ds:schemaRef ds:uri="464c6340-b957-456f-a6b2-d67e40f63cf0"/>
    <ds:schemaRef ds:uri="66532209-a0a3-4a24-8d0c-0b28a81862f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F8E7CDE-2A91-481D-BA94-E8B2532B5843}">
  <ds:schemaRefs>
    <ds:schemaRef ds:uri="464c6340-b957-456f-a6b2-d67e40f63cf0"/>
    <ds:schemaRef ds:uri="66532209-a0a3-4a24-8d0c-0b28a81862f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15</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Custom Design</vt:lpstr>
      <vt:lpstr>PowerPoint Presentation</vt:lpstr>
      <vt:lpstr>PowerPoint Presentation</vt:lpstr>
      <vt:lpstr>Agenda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Judging Criteria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Tony Morash</dc:creator>
  <cp:revision>1</cp:revision>
  <cp:lastPrinted>2024-09-23T13:29:01Z</cp:lastPrinted>
  <dcterms:created xsi:type="dcterms:W3CDTF">2024-08-27T16:43:37Z</dcterms:created>
  <dcterms:modified xsi:type="dcterms:W3CDTF">2025-09-25T20:26:53Z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2736c20-5498-4b4f-a78c-11e6c0248834_Enabled">
    <vt:lpwstr>true</vt:lpwstr>
  </property>
  <property fmtid="{D5CDD505-2E9C-101B-9397-08002B2CF9AE}" pid="3" name="MSIP_Label_02736c20-5498-4b4f-a78c-11e6c0248834_SetDate">
    <vt:lpwstr>2024-08-27T17:03:25Z</vt:lpwstr>
  </property>
  <property fmtid="{D5CDD505-2E9C-101B-9397-08002B2CF9AE}" pid="4" name="MSIP_Label_02736c20-5498-4b4f-a78c-11e6c0248834_Method">
    <vt:lpwstr>Standard</vt:lpwstr>
  </property>
  <property fmtid="{D5CDD505-2E9C-101B-9397-08002B2CF9AE}" pid="5" name="MSIP_Label_02736c20-5498-4b4f-a78c-11e6c0248834_Name">
    <vt:lpwstr>Public - No Sensitive Content</vt:lpwstr>
  </property>
  <property fmtid="{D5CDD505-2E9C-101B-9397-08002B2CF9AE}" pid="6" name="MSIP_Label_02736c20-5498-4b4f-a78c-11e6c0248834_SiteId">
    <vt:lpwstr>825eadac-5e35-4ca7-a5df-7aae43ed5741</vt:lpwstr>
  </property>
  <property fmtid="{D5CDD505-2E9C-101B-9397-08002B2CF9AE}" pid="7" name="MSIP_Label_02736c20-5498-4b4f-a78c-11e6c0248834_ActionId">
    <vt:lpwstr>3a1476e6-c7fe-480a-9fef-eac7c4ef67c2</vt:lpwstr>
  </property>
  <property fmtid="{D5CDD505-2E9C-101B-9397-08002B2CF9AE}" pid="8" name="MSIP_Label_02736c20-5498-4b4f-a78c-11e6c0248834_ContentBits">
    <vt:lpwstr>0</vt:lpwstr>
  </property>
  <property fmtid="{D5CDD505-2E9C-101B-9397-08002B2CF9AE}" pid="9" name="ContentTypeId">
    <vt:lpwstr>0x0101005CEA21BA364FE149A1B2FFEDD86CF436</vt:lpwstr>
  </property>
  <property fmtid="{D5CDD505-2E9C-101B-9397-08002B2CF9AE}" pid="10" name="MediaServiceImageTags">
    <vt:lpwstr/>
  </property>
</Properties>
</file>